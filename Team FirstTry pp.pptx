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13" r:id="rId4"/>
  </p:sldMasterIdLst>
  <p:notesMasterIdLst>
    <p:notesMasterId r:id="rId11"/>
  </p:notesMasterIdLst>
  <p:handoutMasterIdLst>
    <p:handoutMasterId r:id="rId12"/>
  </p:handoutMasterIdLst>
  <p:sldIdLst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1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30"/>
  </p:normalViewPr>
  <p:slideViewPr>
    <p:cSldViewPr showGuides="1">
      <p:cViewPr varScale="1">
        <p:scale>
          <a:sx n="90" d="100"/>
          <a:sy n="90" d="100"/>
        </p:scale>
        <p:origin x="355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1892"/>
    </p:cViewPr>
  </p:sorterViewPr>
  <p:notesViewPr>
    <p:cSldViewPr>
      <p:cViewPr varScale="1">
        <p:scale>
          <a:sx n="90" d="100"/>
          <a:sy n="90" d="100"/>
        </p:scale>
        <p:origin x="2920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FFB14B2-CD52-9E84-B3E7-49A90F3A72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DAE5F9-C39F-2ECF-0C06-D0122807D4B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23FF85-4E34-4546-B772-76DFA4A6051B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7F3243-F9C0-85BE-2E9C-191F612CFE8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EBE2E3-8654-B63F-B7D6-9549069476A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BF7180-4EDD-4E08-9775-7398C11D6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143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5CC398-6116-4BD2-9FAD-9822FDA158BE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EFF46E-6B43-41F9-9272-B566D03A2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440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9324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6" y="685800"/>
            <a:ext cx="10055354" cy="4007406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9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29A3647E-D38D-4EA6-ADC1-75AA53F898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8" y="5427002"/>
            <a:ext cx="9144001" cy="74519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5F44E88-89D9-49CC-9E37-1AF77A031198}" type="datetime1">
              <a:rPr lang="en-US" smtClean="0"/>
              <a:t>8/26/2026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0459DEE-913E-5261-4E77-AF3657E3AE0B}"/>
              </a:ext>
            </a:extLst>
          </p:cNvPr>
          <p:cNvSpPr/>
          <p:nvPr/>
        </p:nvSpPr>
        <p:spPr>
          <a:xfrm>
            <a:off x="11250895" y="4648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2F9BC4F-9D44-3587-056B-336E1457A6E2}"/>
              </a:ext>
            </a:extLst>
          </p:cNvPr>
          <p:cNvSpPr/>
          <p:nvPr/>
        </p:nvSpPr>
        <p:spPr>
          <a:xfrm>
            <a:off x="685800" y="4998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509D5EC-E7EA-22BC-7C88-C33F509CB5CF}"/>
              </a:ext>
            </a:extLst>
          </p:cNvPr>
          <p:cNvSpPr/>
          <p:nvPr/>
        </p:nvSpPr>
        <p:spPr>
          <a:xfrm>
            <a:off x="10998565" y="4730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98E9758-F942-96A0-231D-A25933E4CA82}"/>
              </a:ext>
            </a:extLst>
          </p:cNvPr>
          <p:cNvSpPr/>
          <p:nvPr/>
        </p:nvSpPr>
        <p:spPr>
          <a:xfrm>
            <a:off x="10976145" y="4730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1502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0"/>
            <a:ext cx="10963655" cy="762001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828800"/>
            <a:ext cx="10963656" cy="4343400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400"/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1AC2C24E-B95E-481D-968E-0BDCFC72F656}" type="datetime1">
              <a:rPr lang="en-US" smtClean="0"/>
              <a:t>8/26/2026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3177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2C6C0090-085A-1FB3-B3B7-D8DA73A125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4172" y="4419600"/>
            <a:ext cx="10963657" cy="1352245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76834447-947D-F9FA-98D1-8BF0FC477A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4172" y="5943600"/>
            <a:ext cx="10963657" cy="6096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2573ACD2-30C7-6922-D14F-66F23CBA377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12192000" cy="41148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93852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A813B312-A2CE-16E4-D28B-8DDFF55273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76746" y="685799"/>
            <a:ext cx="7080507" cy="32004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4846D76D-B1D3-9330-420A-6ED740BDB9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76746" y="5277549"/>
            <a:ext cx="7080507" cy="894646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25">
            <a:extLst>
              <a:ext uri="{FF2B5EF4-FFF2-40B4-BE49-F238E27FC236}">
                <a16:creationId xmlns:a16="http://schemas.microsoft.com/office/drawing/2014/main" id="{982E949F-6B9B-8268-EB83-127C78D4350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3889251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76746" y="6343955"/>
            <a:ext cx="21004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35138" y="6343955"/>
            <a:ext cx="145890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83DFFD80-41C6-4EAA-B049-EE90EA550127}" type="datetime1">
              <a:rPr lang="en-US" smtClean="0"/>
              <a:t>8/26/2026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D53745E-5DC2-F332-24A5-4F8F509E820B}"/>
              </a:ext>
            </a:extLst>
          </p:cNvPr>
          <p:cNvCxnSpPr/>
          <p:nvPr userDrawn="1"/>
        </p:nvCxnSpPr>
        <p:spPr>
          <a:xfrm>
            <a:off x="4479797" y="4876800"/>
            <a:ext cx="70774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37020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4076" y="685801"/>
            <a:ext cx="4872227" cy="27432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552" y="5277548"/>
            <a:ext cx="4873752" cy="894639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74A0A082-71CB-3C57-3B74-102869C0CAC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02552" y="6343955"/>
            <a:ext cx="21004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18883" y="6343955"/>
            <a:ext cx="147516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44210B3C-79E3-495A-B2C3-EF766F409D04}" type="datetime1">
              <a:rPr lang="en-US" smtClean="0"/>
              <a:t>8/26/2026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D373E34-3B51-EAD4-B8AB-256ACA4B8D8C}"/>
              </a:ext>
            </a:extLst>
          </p:cNvPr>
          <p:cNvCxnSpPr>
            <a:cxnSpLocks/>
          </p:cNvCxnSpPr>
          <p:nvPr userDrawn="1"/>
        </p:nvCxnSpPr>
        <p:spPr>
          <a:xfrm>
            <a:off x="6704076" y="4876800"/>
            <a:ext cx="4873752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48603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2BC951B-4746-1854-C399-682CFE142A50}"/>
              </a:ext>
            </a:extLst>
          </p:cNvPr>
          <p:cNvCxnSpPr/>
          <p:nvPr userDrawn="1"/>
        </p:nvCxnSpPr>
        <p:spPr>
          <a:xfrm>
            <a:off x="612646" y="4876800"/>
            <a:ext cx="70774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7" y="685799"/>
            <a:ext cx="7080507" cy="32004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5277549"/>
            <a:ext cx="7080507" cy="894646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6" y="6338703"/>
            <a:ext cx="2070484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887367" y="6338703"/>
            <a:ext cx="139257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6235515-DA3D-4D9A-9B02-44E2CBD9110F}" type="datetime1">
              <a:rPr lang="en-US" smtClean="0"/>
              <a:t>8/26/2026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7279945" y="6342301"/>
            <a:ext cx="429207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E193964F-665E-F49A-D553-C01524CDE0C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302749" y="0"/>
            <a:ext cx="3889251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9636130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384F42E-A74C-773B-7B96-F942975CEC14}"/>
              </a:ext>
            </a:extLst>
          </p:cNvPr>
          <p:cNvSpPr/>
          <p:nvPr/>
        </p:nvSpPr>
        <p:spPr>
          <a:xfrm>
            <a:off x="11250895" y="5144929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441727F-19A3-14E1-5EAC-C550CEB6A0D1}"/>
              </a:ext>
            </a:extLst>
          </p:cNvPr>
          <p:cNvSpPr/>
          <p:nvPr/>
        </p:nvSpPr>
        <p:spPr>
          <a:xfrm>
            <a:off x="685800" y="5495424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38F4BC9-7EC1-BB35-827A-12F5DE411031}"/>
              </a:ext>
            </a:extLst>
          </p:cNvPr>
          <p:cNvSpPr/>
          <p:nvPr/>
        </p:nvSpPr>
        <p:spPr>
          <a:xfrm>
            <a:off x="10998565" y="5227361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C4B01422-D65E-4B59-B62B-467B2E896592}"/>
              </a:ext>
            </a:extLst>
          </p:cNvPr>
          <p:cNvSpPr/>
          <p:nvPr/>
        </p:nvSpPr>
        <p:spPr>
          <a:xfrm>
            <a:off x="10976145" y="5227366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6" y="1600200"/>
            <a:ext cx="10483927" cy="3492875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9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5931314"/>
            <a:ext cx="10483927" cy="816864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234111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21509" y="234111"/>
            <a:ext cx="2875064" cy="365125"/>
          </a:xfrm>
        </p:spPr>
        <p:txBody>
          <a:bodyPr>
            <a:noAutofit/>
          </a:bodyPr>
          <a:lstStyle/>
          <a:p>
            <a:fld id="{852BD0B2-E7A7-4B81-8BAF-4B92BD6A4310}" type="datetime1">
              <a:rPr lang="en-US" smtClean="0"/>
              <a:t>8/26/2026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234111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pic>
        <p:nvPicPr>
          <p:cNvPr id="13" name="Line">
            <a:extLst>
              <a:ext uri="{FF2B5EF4-FFF2-40B4-BE49-F238E27FC236}">
                <a16:creationId xmlns:a16="http://schemas.microsoft.com/office/drawing/2014/main" id="{92FB147E-E273-E8B6-AD8E-67F305FC22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71802" y="4038600"/>
            <a:ext cx="10923934" cy="745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9312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8BBA50F-B667-1177-26B1-7D22AB66A6BE}"/>
              </a:ext>
            </a:extLst>
          </p:cNvPr>
          <p:cNvSpPr/>
          <p:nvPr/>
        </p:nvSpPr>
        <p:spPr>
          <a:xfrm>
            <a:off x="11250895" y="4645152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CABC7F5-2293-EB7F-52E5-80715C8DB858}"/>
              </a:ext>
            </a:extLst>
          </p:cNvPr>
          <p:cNvSpPr/>
          <p:nvPr/>
        </p:nvSpPr>
        <p:spPr>
          <a:xfrm>
            <a:off x="685800" y="4995647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6A8C943-7CF3-88D6-95B0-95E7B412DE0F}"/>
              </a:ext>
            </a:extLst>
          </p:cNvPr>
          <p:cNvSpPr/>
          <p:nvPr/>
        </p:nvSpPr>
        <p:spPr>
          <a:xfrm>
            <a:off x="10998565" y="4727584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FB0A8E7-2867-2D3A-F6B7-15ED02236CE8}"/>
              </a:ext>
            </a:extLst>
          </p:cNvPr>
          <p:cNvSpPr/>
          <p:nvPr/>
        </p:nvSpPr>
        <p:spPr>
          <a:xfrm>
            <a:off x="10976145" y="4727589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8" y="5431536"/>
            <a:ext cx="9144001" cy="74519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0E657DB-59AB-47CC-B4C7-A245A3C76BB1}" type="datetime1">
              <a:rPr lang="en-US" smtClean="0"/>
              <a:t>8/26/2026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53A7BE5-EAB2-BB8C-D7FC-D78B8A5AF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798"/>
            <a:ext cx="10058400" cy="335584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9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3934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6AC1F45-7001-8B9F-DFF6-7AB9BDFFEEB2}"/>
              </a:ext>
            </a:extLst>
          </p:cNvPr>
          <p:cNvSpPr/>
          <p:nvPr/>
        </p:nvSpPr>
        <p:spPr>
          <a:xfrm>
            <a:off x="11250895" y="5791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4C7D192-E835-0A48-0A40-F45D83E2583F}"/>
              </a:ext>
            </a:extLst>
          </p:cNvPr>
          <p:cNvSpPr/>
          <p:nvPr/>
        </p:nvSpPr>
        <p:spPr>
          <a:xfrm>
            <a:off x="685800" y="6141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FB376E1-8198-EB00-587E-C647BCF364D4}"/>
              </a:ext>
            </a:extLst>
          </p:cNvPr>
          <p:cNvSpPr/>
          <p:nvPr/>
        </p:nvSpPr>
        <p:spPr>
          <a:xfrm>
            <a:off x="10998565" y="5873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F94599F-6DE1-A082-E9E1-D732956078AB}"/>
              </a:ext>
            </a:extLst>
          </p:cNvPr>
          <p:cNvSpPr/>
          <p:nvPr/>
        </p:nvSpPr>
        <p:spPr>
          <a:xfrm>
            <a:off x="10976145" y="5873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600" y="990600"/>
            <a:ext cx="10058400" cy="5029200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11000" dirty="0"/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37388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37388"/>
            <a:ext cx="2202644" cy="365125"/>
          </a:xfrm>
        </p:spPr>
        <p:txBody>
          <a:bodyPr>
            <a:noAutofit/>
          </a:bodyPr>
          <a:lstStyle/>
          <a:p>
            <a:fld id="{1415DC98-F527-4737-A5B9-3597210FA2F7}" type="datetime1">
              <a:rPr lang="en-US" smtClean="0"/>
              <a:t>8/26/2026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37388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6496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61C10CD-8205-284F-2921-9485E7A98F0D}"/>
              </a:ext>
            </a:extLst>
          </p:cNvPr>
          <p:cNvSpPr/>
          <p:nvPr/>
        </p:nvSpPr>
        <p:spPr>
          <a:xfrm>
            <a:off x="11250895" y="5791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75DFD7E-DC78-4573-96D7-845D38E0273E}"/>
              </a:ext>
            </a:extLst>
          </p:cNvPr>
          <p:cNvSpPr/>
          <p:nvPr/>
        </p:nvSpPr>
        <p:spPr>
          <a:xfrm>
            <a:off x="685800" y="6141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FCC10B5-4890-B43F-DE24-5200F4E75EEB}"/>
              </a:ext>
            </a:extLst>
          </p:cNvPr>
          <p:cNvSpPr/>
          <p:nvPr/>
        </p:nvSpPr>
        <p:spPr>
          <a:xfrm>
            <a:off x="10998565" y="5873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2D5586E6-D520-6A63-5060-BF06C136BEF5}"/>
              </a:ext>
            </a:extLst>
          </p:cNvPr>
          <p:cNvSpPr/>
          <p:nvPr/>
        </p:nvSpPr>
        <p:spPr>
          <a:xfrm>
            <a:off x="10976145" y="5873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600" y="990600"/>
            <a:ext cx="10058400" cy="5029200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11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37388"/>
            <a:ext cx="2805405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37388"/>
            <a:ext cx="2202644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2188889-44B4-42BD-84DC-2D1A93FD44C7}" type="datetime1">
              <a:rPr lang="en-US" smtClean="0"/>
              <a:t>8/26/2026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37388"/>
            <a:ext cx="429207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8995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FADE904-3C65-5E48-6B12-22998C2ADF5E}"/>
              </a:ext>
            </a:extLst>
          </p:cNvPr>
          <p:cNvSpPr/>
          <p:nvPr/>
        </p:nvSpPr>
        <p:spPr>
          <a:xfrm>
            <a:off x="11250895" y="2172321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16963C8-87F3-6B42-F30F-1915935FA752}"/>
              </a:ext>
            </a:extLst>
          </p:cNvPr>
          <p:cNvSpPr/>
          <p:nvPr/>
        </p:nvSpPr>
        <p:spPr>
          <a:xfrm>
            <a:off x="685800" y="2522816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F0C119A-1D9E-D43F-8A7E-D24C1B551326}"/>
              </a:ext>
            </a:extLst>
          </p:cNvPr>
          <p:cNvSpPr/>
          <p:nvPr/>
        </p:nvSpPr>
        <p:spPr>
          <a:xfrm>
            <a:off x="10998565" y="2254753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2018CE4-7594-0746-8B7E-8DEC95CB8822}"/>
              </a:ext>
            </a:extLst>
          </p:cNvPr>
          <p:cNvSpPr/>
          <p:nvPr/>
        </p:nvSpPr>
        <p:spPr>
          <a:xfrm>
            <a:off x="10976145" y="2254758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185" y="685800"/>
            <a:ext cx="9141415" cy="1532788"/>
          </a:xfrm>
        </p:spPr>
        <p:txBody>
          <a:bodyPr anchor="b">
            <a:noAutofit/>
          </a:bodyPr>
          <a:lstStyle>
            <a:lvl1pPr>
              <a:defRPr sz="72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185" y="2958705"/>
            <a:ext cx="9141415" cy="3213494"/>
          </a:xfrm>
        </p:spPr>
        <p:txBody>
          <a:bodyPr anchor="t">
            <a:noAutofit/>
          </a:bodyPr>
          <a:lstStyle>
            <a:lvl1pPr marL="0" indent="0">
              <a:lnSpc>
                <a:spcPct val="150000"/>
              </a:lnSpc>
              <a:buFont typeface="+mj-lt"/>
              <a:buNone/>
              <a:defRPr sz="1800"/>
            </a:lvl1pPr>
            <a:lvl2pPr marL="228600" indent="0">
              <a:lnSpc>
                <a:spcPct val="150000"/>
              </a:lnSpc>
              <a:buFont typeface="+mj-lt"/>
              <a:buNone/>
              <a:defRPr sz="1800"/>
            </a:lvl2pPr>
            <a:lvl3pPr marL="457200" indent="0">
              <a:lnSpc>
                <a:spcPct val="150000"/>
              </a:lnSpc>
              <a:buFont typeface="+mj-lt"/>
              <a:buNone/>
              <a:defRPr sz="1800"/>
            </a:lvl3pPr>
            <a:lvl4pPr marL="685800" indent="0">
              <a:lnSpc>
                <a:spcPct val="150000"/>
              </a:lnSpc>
              <a:buFont typeface="+mj-lt"/>
              <a:buNone/>
              <a:defRPr sz="1800"/>
            </a:lvl4pPr>
            <a:lvl5pPr marL="914400" indent="0">
              <a:lnSpc>
                <a:spcPct val="150000"/>
              </a:lnSpc>
              <a:buFont typeface="+mj-lt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96A40708-E793-490B-9201-425C8D1F325C}" type="datetime1">
              <a:rPr lang="en-US" smtClean="0"/>
              <a:t>8/26/2026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324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9" y="685800"/>
            <a:ext cx="5480304" cy="1818050"/>
          </a:xfrm>
        </p:spPr>
        <p:txBody>
          <a:bodyPr anchor="t">
            <a:noAutofit/>
          </a:bodyPr>
          <a:lstStyle>
            <a:lvl1pPr>
              <a:defRPr sz="90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FAF861DB-D5EF-3FC9-7595-570C8498D75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77256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3189770"/>
            <a:ext cx="5480304" cy="2982429"/>
          </a:xfrm>
        </p:spPr>
        <p:txBody>
          <a:bodyPr anchor="t">
            <a:noAutofit/>
          </a:bodyPr>
          <a:lstStyle>
            <a:lvl1pPr marL="0" indent="0">
              <a:lnSpc>
                <a:spcPct val="150000"/>
              </a:lnSpc>
              <a:buFont typeface="+mj-lt"/>
              <a:buNone/>
              <a:defRPr sz="1800"/>
            </a:lvl1pPr>
            <a:lvl2pPr marL="228600" indent="0">
              <a:lnSpc>
                <a:spcPct val="150000"/>
              </a:lnSpc>
              <a:buFont typeface="+mj-lt"/>
              <a:buNone/>
              <a:defRPr sz="1800"/>
            </a:lvl2pPr>
            <a:lvl3pPr marL="457200" indent="0">
              <a:lnSpc>
                <a:spcPct val="150000"/>
              </a:lnSpc>
              <a:buFont typeface="+mj-lt"/>
              <a:buNone/>
              <a:defRPr sz="1800"/>
            </a:lvl3pPr>
            <a:lvl4pPr marL="685800" indent="0">
              <a:lnSpc>
                <a:spcPct val="150000"/>
              </a:lnSpc>
              <a:buFont typeface="+mj-lt"/>
              <a:buNone/>
              <a:defRPr sz="1800"/>
            </a:lvl4pPr>
            <a:lvl5pPr>
              <a:lnSpc>
                <a:spcPct val="150000"/>
              </a:lnSpc>
              <a:buFont typeface="+mj-lt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9C1A172-F829-D2DE-BDB2-B86E6ACE1886}"/>
              </a:ext>
            </a:extLst>
          </p:cNvPr>
          <p:cNvCxnSpPr>
            <a:cxnSpLocks/>
          </p:cNvCxnSpPr>
          <p:nvPr userDrawn="1"/>
        </p:nvCxnSpPr>
        <p:spPr>
          <a:xfrm>
            <a:off x="6095999" y="2743200"/>
            <a:ext cx="54772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343955"/>
            <a:ext cx="2985400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35886" y="6343955"/>
            <a:ext cx="1553108" cy="365125"/>
          </a:xfrm>
        </p:spPr>
        <p:txBody>
          <a:bodyPr>
            <a:noAutofit/>
          </a:bodyPr>
          <a:lstStyle/>
          <a:p>
            <a:fld id="{C1968991-530B-4F8D-80FE-2192BD2DD5A5}" type="datetime1">
              <a:rPr lang="en-US" smtClean="0"/>
              <a:t>8/26/2026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0176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824824"/>
            <a:ext cx="6397753" cy="1527976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3505200"/>
            <a:ext cx="4568953" cy="164519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C23477E6-5CE8-4544-92C7-AEB7D166FD7D}" type="datetime1">
              <a:rPr lang="en-US" smtClean="0"/>
              <a:t>8/26/2026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89251BE-373D-9B13-B9E2-73DFEBE40118}"/>
              </a:ext>
            </a:extLst>
          </p:cNvPr>
          <p:cNvSpPr/>
          <p:nvPr/>
        </p:nvSpPr>
        <p:spPr>
          <a:xfrm>
            <a:off x="11250895" y="5791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98E032-CDEE-AA9B-44A7-CE5EBB6948C0}"/>
              </a:ext>
            </a:extLst>
          </p:cNvPr>
          <p:cNvSpPr/>
          <p:nvPr/>
        </p:nvSpPr>
        <p:spPr>
          <a:xfrm>
            <a:off x="685800" y="6141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C778913-9F6C-8FDD-B123-16048004EC56}"/>
              </a:ext>
            </a:extLst>
          </p:cNvPr>
          <p:cNvSpPr/>
          <p:nvPr/>
        </p:nvSpPr>
        <p:spPr>
          <a:xfrm>
            <a:off x="10998565" y="5873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6283179-133D-0E64-C08A-4D59C8B2F9DB}"/>
              </a:ext>
            </a:extLst>
          </p:cNvPr>
          <p:cNvSpPr/>
          <p:nvPr/>
        </p:nvSpPr>
        <p:spPr>
          <a:xfrm>
            <a:off x="10976145" y="5873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5455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85800"/>
            <a:ext cx="3654553" cy="3657600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1" y="685800"/>
            <a:ext cx="4572000" cy="36576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EB29E-E91D-4BC9-BE3F-394F6FDC9AC7}" type="datetime1">
              <a:rPr lang="en-US" smtClean="0"/>
              <a:t>8/26/2026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662DADE-FB83-6BD4-1D72-E22F0783A67E}"/>
              </a:ext>
            </a:extLst>
          </p:cNvPr>
          <p:cNvSpPr/>
          <p:nvPr/>
        </p:nvSpPr>
        <p:spPr>
          <a:xfrm>
            <a:off x="11254003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A7CD6A0-64A5-5058-DFD2-8DD1FAF7BEEB}"/>
              </a:ext>
            </a:extLst>
          </p:cNvPr>
          <p:cNvSpPr/>
          <p:nvPr/>
        </p:nvSpPr>
        <p:spPr>
          <a:xfrm>
            <a:off x="10866791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E8E4321-3109-17F5-C530-4108033F07F5}"/>
              </a:ext>
            </a:extLst>
          </p:cNvPr>
          <p:cNvSpPr/>
          <p:nvPr/>
        </p:nvSpPr>
        <p:spPr>
          <a:xfrm>
            <a:off x="11003886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AAD0450-E765-A0E1-7C56-37246411FDD0}"/>
              </a:ext>
            </a:extLst>
          </p:cNvPr>
          <p:cNvSpPr/>
          <p:nvPr/>
        </p:nvSpPr>
        <p:spPr>
          <a:xfrm>
            <a:off x="10981626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4037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405E2B5C-398A-3F2F-4BCC-FFF94D44632F}"/>
              </a:ext>
            </a:extLst>
          </p:cNvPr>
          <p:cNvSpPr/>
          <p:nvPr/>
        </p:nvSpPr>
        <p:spPr>
          <a:xfrm>
            <a:off x="11250895" y="5407944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2897460-3A7D-EC5C-76B9-2725193E10AF}"/>
              </a:ext>
            </a:extLst>
          </p:cNvPr>
          <p:cNvSpPr/>
          <p:nvPr/>
        </p:nvSpPr>
        <p:spPr>
          <a:xfrm>
            <a:off x="685800" y="5758439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742E741-698E-A2B8-7BD5-9DE89C610C2F}"/>
              </a:ext>
            </a:extLst>
          </p:cNvPr>
          <p:cNvSpPr/>
          <p:nvPr/>
        </p:nvSpPr>
        <p:spPr>
          <a:xfrm>
            <a:off x="10998565" y="5490376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A04551B-2E70-1734-DA15-F26ABEC9D9D0}"/>
              </a:ext>
            </a:extLst>
          </p:cNvPr>
          <p:cNvSpPr/>
          <p:nvPr/>
        </p:nvSpPr>
        <p:spPr>
          <a:xfrm>
            <a:off x="10976145" y="5490381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4083580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0" y="685800"/>
            <a:ext cx="6045390" cy="4083579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AD7DA-2107-4637-8C8D-3B775970879B}" type="datetime1">
              <a:rPr lang="en-US" smtClean="0"/>
              <a:t>8/26/2026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4667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85B71F7-9EDC-DB6C-D713-7ACE3A2EADC0}"/>
              </a:ext>
            </a:extLst>
          </p:cNvPr>
          <p:cNvSpPr/>
          <p:nvPr/>
        </p:nvSpPr>
        <p:spPr>
          <a:xfrm>
            <a:off x="968457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5842DDA-AD76-0064-2B85-CB145F4CE540}"/>
              </a:ext>
            </a:extLst>
          </p:cNvPr>
          <p:cNvSpPr/>
          <p:nvPr/>
        </p:nvSpPr>
        <p:spPr>
          <a:xfrm>
            <a:off x="581245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5E58AC6-620E-20FA-E8F5-375DA2977A43}"/>
              </a:ext>
            </a:extLst>
          </p:cNvPr>
          <p:cNvSpPr/>
          <p:nvPr/>
        </p:nvSpPr>
        <p:spPr>
          <a:xfrm>
            <a:off x="718340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EA14E2E-5098-2800-A72C-138A5840365C}"/>
              </a:ext>
            </a:extLst>
          </p:cNvPr>
          <p:cNvSpPr/>
          <p:nvPr/>
        </p:nvSpPr>
        <p:spPr>
          <a:xfrm>
            <a:off x="696080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685800"/>
            <a:ext cx="3652523" cy="4102460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0" y="685800"/>
            <a:ext cx="6394703" cy="545500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659F5542-E2F9-4DC1-8AB7-8E5D8714BD21}" type="datetime1">
              <a:rPr lang="en-US" smtClean="0"/>
              <a:t>8/26/2026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2417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94DE839-4377-D8CF-B2A4-D0C3E0F49821}"/>
              </a:ext>
            </a:extLst>
          </p:cNvPr>
          <p:cNvSpPr/>
          <p:nvPr/>
        </p:nvSpPr>
        <p:spPr>
          <a:xfrm>
            <a:off x="968457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A5E5478-C025-8AD6-B7FE-E95C356E887C}"/>
              </a:ext>
            </a:extLst>
          </p:cNvPr>
          <p:cNvSpPr/>
          <p:nvPr/>
        </p:nvSpPr>
        <p:spPr>
          <a:xfrm>
            <a:off x="581245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0EF54C8-1B9C-18F9-4647-D96F1A37BC05}"/>
              </a:ext>
            </a:extLst>
          </p:cNvPr>
          <p:cNvSpPr/>
          <p:nvPr/>
        </p:nvSpPr>
        <p:spPr>
          <a:xfrm>
            <a:off x="718340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C1B42D9-101B-9822-0BAF-F80E962BB4CD}"/>
              </a:ext>
            </a:extLst>
          </p:cNvPr>
          <p:cNvSpPr/>
          <p:nvPr/>
        </p:nvSpPr>
        <p:spPr>
          <a:xfrm>
            <a:off x="696080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85800"/>
            <a:ext cx="3654554" cy="4550251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0" y="685800"/>
            <a:ext cx="6394703" cy="546401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4597AFA7-1C4B-4AAF-9FD8-61D1DA4C999A}" type="datetime1">
              <a:rPr lang="en-US" smtClean="0"/>
              <a:t>8/26/2026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1670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AC2E340-F7F3-5093-0E0A-41015057E720}"/>
              </a:ext>
            </a:extLst>
          </p:cNvPr>
          <p:cNvCxnSpPr/>
          <p:nvPr userDrawn="1"/>
        </p:nvCxnSpPr>
        <p:spPr>
          <a:xfrm>
            <a:off x="5191026" y="2362200"/>
            <a:ext cx="63916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1026" y="685807"/>
            <a:ext cx="6391374" cy="1372001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0F6718FE-EF5C-5023-A98D-91BFEF2C033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560454" cy="68580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80729" y="2743204"/>
            <a:ext cx="6395573" cy="3428989"/>
          </a:xfrm>
        </p:spPr>
        <p:txBody>
          <a:bodyPr>
            <a:noAutofit/>
          </a:bodyPr>
          <a:lstStyle>
            <a:lvl1pPr>
              <a:defRPr sz="1400">
                <a:solidFill>
                  <a:schemeClr val="tx2"/>
                </a:solidFill>
              </a:defRPr>
            </a:lvl1pPr>
            <a:lvl2pPr>
              <a:defRPr sz="14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91026" y="6343825"/>
            <a:ext cx="336490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030713" y="6343955"/>
            <a:ext cx="206080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F5F7DF4-8BE0-4832-9230-78DDDEC4B6DD}" type="datetime1">
              <a:rPr lang="en-US" smtClean="0"/>
              <a:t>8/26/2026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89368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881EABF-B6BB-1FBF-962C-A6A6C8C2418A}"/>
              </a:ext>
            </a:extLst>
          </p:cNvPr>
          <p:cNvCxnSpPr/>
          <p:nvPr userDrawn="1"/>
        </p:nvCxnSpPr>
        <p:spPr>
          <a:xfrm>
            <a:off x="612647" y="2359152"/>
            <a:ext cx="6336792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4"/>
            <a:ext cx="6391374" cy="1371996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3" y="2742645"/>
            <a:ext cx="6391247" cy="3429551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774" y="6346865"/>
            <a:ext cx="2805405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886895" y="6346865"/>
            <a:ext cx="1607270" cy="365125"/>
          </a:xfrm>
        </p:spPr>
        <p:txBody>
          <a:bodyPr>
            <a:noAutofit/>
          </a:bodyPr>
          <a:lstStyle/>
          <a:p>
            <a:fld id="{DD3D21CC-B9C8-49F6-ADE7-6BF4A546A74E}" type="datetime1">
              <a:rPr lang="en-US" smtClean="0"/>
              <a:t>8/26/2026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530932" y="634686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Picture Placeholder 13">
            <a:extLst>
              <a:ext uri="{FF2B5EF4-FFF2-40B4-BE49-F238E27FC236}">
                <a16:creationId xmlns:a16="http://schemas.microsoft.com/office/drawing/2014/main" id="{35EC8126-6431-465A-8AC3-0118DD8825B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31546" y="1"/>
            <a:ext cx="4560454" cy="68580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985427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8303" y="685800"/>
            <a:ext cx="6858000" cy="1111532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D2B02E8B-EB97-8158-B585-0E0E95CF40C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100267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18303" y="1965960"/>
            <a:ext cx="6858000" cy="420019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724397" y="6343954"/>
            <a:ext cx="3422906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945699" y="6343955"/>
            <a:ext cx="2150873" cy="365125"/>
          </a:xfrm>
        </p:spPr>
        <p:txBody>
          <a:bodyPr>
            <a:noAutofit/>
          </a:bodyPr>
          <a:lstStyle/>
          <a:p>
            <a:fld id="{40723AE1-14A9-42B1-9F02-B524DA830762}" type="datetime1">
              <a:rPr lang="en-US" smtClean="0"/>
              <a:t>8/26/2026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62168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6858000" cy="1111532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965960"/>
            <a:ext cx="6858000" cy="420019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6870"/>
            <a:ext cx="2805405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115853" y="6346870"/>
            <a:ext cx="2925587" cy="365125"/>
          </a:xfrm>
        </p:spPr>
        <p:txBody>
          <a:bodyPr>
            <a:noAutofit/>
          </a:bodyPr>
          <a:lstStyle/>
          <a:p>
            <a:fld id="{C1166B1E-1AFA-4A7F-9646-409FBAA0A887}" type="datetime1">
              <a:rPr lang="en-US" smtClean="0"/>
              <a:t>8/26/2026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346870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3622368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0400" y="685800"/>
            <a:ext cx="4561665" cy="1371264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EEFBBBB-A526-5A93-34B8-A377087586A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" y="0"/>
            <a:ext cx="639046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020736" y="2286000"/>
            <a:ext cx="4561665" cy="38862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20736" y="6343955"/>
            <a:ext cx="2105099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75067" y="6343955"/>
            <a:ext cx="1772029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F2240801-1142-4411-9AA3-00BC0B3F40DA}" type="datetime1">
              <a:rPr lang="en-US" smtClean="0"/>
              <a:t>8/26/2026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6992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4572002" cy="1371264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599" y="2286000"/>
            <a:ext cx="4561666" cy="38862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Footer Placeholder 5">
            <a:extLst>
              <a:ext uri="{FF2B5EF4-FFF2-40B4-BE49-F238E27FC236}">
                <a16:creationId xmlns:a16="http://schemas.microsoft.com/office/drawing/2014/main" id="{3C6055EC-0CB7-A026-AE8C-74A36F768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599" y="6343955"/>
            <a:ext cx="2105099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13" name="Date Placeholder 4">
            <a:extLst>
              <a:ext uri="{FF2B5EF4-FFF2-40B4-BE49-F238E27FC236}">
                <a16:creationId xmlns:a16="http://schemas.microsoft.com/office/drawing/2014/main" id="{AE86096B-57D4-1243-A86D-1D5E7DC3A7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63930" y="6343955"/>
            <a:ext cx="1772029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CFA9782-9FBA-47E1-A36A-E75622F7046E}" type="datetime1">
              <a:rPr lang="en-US" smtClean="0"/>
              <a:t>8/26/2026</a:t>
            </a:fld>
            <a:endParaRPr lang="en-US"/>
          </a:p>
        </p:txBody>
      </p:sp>
      <p:sp>
        <p:nvSpPr>
          <p:cNvPr id="15" name="Slide Number Placeholder 6">
            <a:extLst>
              <a:ext uri="{FF2B5EF4-FFF2-40B4-BE49-F238E27FC236}">
                <a16:creationId xmlns:a16="http://schemas.microsoft.com/office/drawing/2014/main" id="{A98A8E55-200E-96B4-1462-6DA457A20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35959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48233842-32AB-C53C-CA20-8101D4E63DC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801536" y="0"/>
            <a:ext cx="639046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94704537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2664" y="687787"/>
            <a:ext cx="3363259" cy="1993392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58414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12791" y="2880360"/>
            <a:ext cx="3363259" cy="3274612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212663" y="6343955"/>
            <a:ext cx="2012061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224724" y="6343955"/>
            <a:ext cx="922372" cy="365125"/>
          </a:xfrm>
        </p:spPr>
        <p:txBody>
          <a:bodyPr>
            <a:noAutofit/>
          </a:bodyPr>
          <a:lstStyle/>
          <a:p>
            <a:fld id="{AA28231D-ABE1-4859-B037-5D42FA8F4858}" type="datetime1">
              <a:rPr lang="en-US" smtClean="0"/>
              <a:t>8/26/2026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4470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8" y="685800"/>
            <a:ext cx="3364992" cy="1996301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698" y="2880360"/>
            <a:ext cx="3364992" cy="323485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Footer Placeholder 8">
            <a:extLst>
              <a:ext uri="{FF2B5EF4-FFF2-40B4-BE49-F238E27FC236}">
                <a16:creationId xmlns:a16="http://schemas.microsoft.com/office/drawing/2014/main" id="{C119522C-433C-CA02-AD5B-2ABB39A4162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5698" y="6343955"/>
            <a:ext cx="2012061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E76C67AD-99A1-8DF0-C332-BB3E0C53717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627759" y="6343955"/>
            <a:ext cx="922372" cy="365125"/>
          </a:xfrm>
        </p:spPr>
        <p:txBody>
          <a:bodyPr>
            <a:noAutofit/>
          </a:bodyPr>
          <a:lstStyle/>
          <a:p>
            <a:fld id="{AAA916C4-9175-479B-9610-7E06A2EDFEE0}" type="datetime1">
              <a:rPr lang="en-US" smtClean="0"/>
              <a:t>8/26/2026</a:t>
            </a:fld>
            <a:endParaRPr lang="en-US" dirty="0"/>
          </a:p>
        </p:txBody>
      </p:sp>
      <p:sp>
        <p:nvSpPr>
          <p:cNvPr id="13" name="Slide Number Placeholder 9">
            <a:extLst>
              <a:ext uri="{FF2B5EF4-FFF2-40B4-BE49-F238E27FC236}">
                <a16:creationId xmlns:a16="http://schemas.microsoft.com/office/drawing/2014/main" id="{C8D2CF7B-FF7A-7960-DB96-2B1846DA41A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550131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B08A763A-F1F9-D459-6C34-39765662759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07856" y="0"/>
            <a:ext cx="758414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8196436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9200" y="685800"/>
            <a:ext cx="2748115" cy="2743200"/>
          </a:xfrm>
          <a:noFill/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487E718-4223-B4DB-C92A-99E891E642B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822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39200" y="3703320"/>
            <a:ext cx="2743201" cy="2476061"/>
          </a:xfrm>
          <a:noFill/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39200" y="6343955"/>
            <a:ext cx="1404460" cy="365125"/>
          </a:xfrm>
          <a:noFill/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92522" y="6343955"/>
            <a:ext cx="854573" cy="365125"/>
          </a:xfrm>
          <a:noFill/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1AD2788-6390-4160-9542-0F1C554F0165}" type="datetime1">
              <a:rPr lang="en-US" smtClean="0"/>
              <a:t>8/26/2026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  <a:noFill/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54980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7" y="685800"/>
            <a:ext cx="2748114" cy="2743200"/>
          </a:xfrm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6691" y="3703320"/>
            <a:ext cx="2743200" cy="2476061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Footer Placeholder 5">
            <a:extLst>
              <a:ext uri="{FF2B5EF4-FFF2-40B4-BE49-F238E27FC236}">
                <a16:creationId xmlns:a16="http://schemas.microsoft.com/office/drawing/2014/main" id="{644F6AEF-CB45-AC6F-F205-7AB277670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697" y="6343955"/>
            <a:ext cx="1404460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4" name="Date Placeholder 4">
            <a:extLst>
              <a:ext uri="{FF2B5EF4-FFF2-40B4-BE49-F238E27FC236}">
                <a16:creationId xmlns:a16="http://schemas.microsoft.com/office/drawing/2014/main" id="{980DDA2F-B408-A7AF-463F-3F6ED55C1A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069019" y="6343955"/>
            <a:ext cx="85457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6E6CDFB-328D-4B9A-B955-967B0C6194A8}" type="datetime1">
              <a:rPr lang="en-US" smtClean="0"/>
              <a:t>8/26/2026</a:t>
            </a:fld>
            <a:endParaRPr lang="en-US" dirty="0"/>
          </a:p>
        </p:txBody>
      </p:sp>
      <p:sp>
        <p:nvSpPr>
          <p:cNvPr id="16" name="Slide Number Placeholder 6">
            <a:extLst>
              <a:ext uri="{FF2B5EF4-FFF2-40B4-BE49-F238E27FC236}">
                <a16:creationId xmlns:a16="http://schemas.microsoft.com/office/drawing/2014/main" id="{9C6A3F52-E7A3-B732-2650-C47F8BE25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923593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80894EEF-95B5-F8FE-9FBB-D5DFD413C06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962400" y="0"/>
            <a:ext cx="822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26115477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4343400"/>
            <a:ext cx="4019522" cy="1159931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E0CE544-3552-FE00-5B00-942E522A2A5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38862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81600" y="4343400"/>
            <a:ext cx="6400800" cy="1159931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0A994DB4-9653-4FD4-8A14-5DAFB68B0E92}" type="datetime1">
              <a:rPr lang="en-US" smtClean="0"/>
              <a:t>8/26/2026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01148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3886200"/>
            <a:ext cx="3044954" cy="2245126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44333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67200" y="3886200"/>
            <a:ext cx="7315199" cy="2245127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b="0" i="0" dirty="0">
                <a:latin typeface="+mn-lt"/>
              </a:defRPr>
            </a:lvl1pPr>
            <a:lvl2pPr marL="228600" indent="0">
              <a:buNone/>
              <a:defRPr lang="en-US" sz="1400" b="0" i="0" dirty="0">
                <a:latin typeface="+mn-lt"/>
              </a:defRPr>
            </a:lvl2pPr>
            <a:lvl3pPr marL="457200" indent="0">
              <a:buNone/>
              <a:defRPr lang="en-US" sz="1400" b="0" i="0" dirty="0">
                <a:latin typeface="+mn-lt"/>
              </a:defRPr>
            </a:lvl3pPr>
            <a:lvl4pPr marL="685800" indent="0">
              <a:buNone/>
              <a:defRPr lang="en-US" sz="1400" b="0" i="0" dirty="0">
                <a:latin typeface="+mn-lt"/>
              </a:defRPr>
            </a:lvl4pPr>
            <a:lvl5pPr marL="914400" indent="0">
              <a:buNone/>
              <a:defRPr lang="en-US" sz="1400" b="0" i="0" dirty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0BECFC22-7333-427C-A7BB-2A423772B9A0}" type="datetime1">
              <a:rPr lang="en-US" smtClean="0"/>
              <a:t>8/26/2026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66004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3044954" cy="2035724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59158" y="685800"/>
            <a:ext cx="7315199" cy="2014665"/>
          </a:xfr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buNone/>
              <a:defRPr lang="en-US" sz="1400" b="0" i="0" dirty="0">
                <a:latin typeface="+mn-lt"/>
              </a:defRPr>
            </a:lvl1pPr>
            <a:lvl2pPr marL="228600" indent="0">
              <a:buNone/>
              <a:defRPr lang="en-US" sz="1400" b="0" i="0" dirty="0">
                <a:latin typeface="+mn-lt"/>
              </a:defRPr>
            </a:lvl2pPr>
            <a:lvl3pPr marL="457200" indent="0">
              <a:buNone/>
              <a:defRPr lang="en-US" sz="1400" b="0" i="0" dirty="0">
                <a:latin typeface="+mn-lt"/>
              </a:defRPr>
            </a:lvl3pPr>
            <a:lvl4pPr marL="685800" indent="0">
              <a:buNone/>
              <a:defRPr lang="en-US" sz="1400" b="0" i="0" dirty="0">
                <a:latin typeface="+mn-lt"/>
              </a:defRPr>
            </a:lvl4pPr>
            <a:lvl5pPr marL="914400" indent="0">
              <a:buNone/>
              <a:defRPr lang="en-US" sz="1400" b="0" i="0" dirty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" y="2896372"/>
            <a:ext cx="2791027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65894" y="2896372"/>
            <a:ext cx="1559379" cy="365125"/>
          </a:xfrm>
        </p:spPr>
        <p:txBody>
          <a:bodyPr>
            <a:noAutofit/>
          </a:bodyPr>
          <a:lstStyle/>
          <a:p>
            <a:fld id="{B78D85C6-8657-43F4-BE68-8F80962A5435}" type="datetime1">
              <a:rPr lang="en-US" smtClean="0"/>
              <a:t>8/26/2026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5151" y="2896372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4178283B-8F20-CAA0-928D-318B857F959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3414669"/>
            <a:ext cx="12192000" cy="344333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0767299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8"/>
            <a:ext cx="5483353" cy="1388318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2651760"/>
            <a:ext cx="5483352" cy="352185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AB12E0E-A617-768A-7E0E-472481185B1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717792" y="685807"/>
            <a:ext cx="4864608" cy="548637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C1D70B4-629A-1A3A-D1BB-D35C3AED4BAD}"/>
              </a:ext>
            </a:extLst>
          </p:cNvPr>
          <p:cNvCxnSpPr>
            <a:cxnSpLocks/>
          </p:cNvCxnSpPr>
          <p:nvPr userDrawn="1"/>
        </p:nvCxnSpPr>
        <p:spPr>
          <a:xfrm>
            <a:off x="609600" y="2362229"/>
            <a:ext cx="54864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ooter Placeholder 7">
            <a:extLst>
              <a:ext uri="{FF2B5EF4-FFF2-40B4-BE49-F238E27FC236}">
                <a16:creationId xmlns:a16="http://schemas.microsoft.com/office/drawing/2014/main" id="{8F922763-A12B-44C2-4F2D-AAD3B317EC9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7" y="6343955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11" name="Date Placeholder 6">
            <a:extLst>
              <a:ext uri="{FF2B5EF4-FFF2-40B4-BE49-F238E27FC236}">
                <a16:creationId xmlns:a16="http://schemas.microsoft.com/office/drawing/2014/main" id="{88D44AB0-B4BD-5097-DB6C-0B96B75B1DA6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8893929" y="6343955"/>
            <a:ext cx="2202644" cy="365125"/>
          </a:xfrm>
        </p:spPr>
        <p:txBody>
          <a:bodyPr>
            <a:noAutofit/>
          </a:bodyPr>
          <a:lstStyle/>
          <a:p>
            <a:fld id="{59D65A6B-59CD-4A95-97A1-5003425BCE52}" type="datetime1">
              <a:rPr lang="en-US" smtClean="0"/>
              <a:t>8/26/2026</a:t>
            </a:fld>
            <a:endParaRPr lang="en-US" dirty="0"/>
          </a:p>
        </p:txBody>
      </p:sp>
      <p:sp>
        <p:nvSpPr>
          <p:cNvPr id="14" name="Slide Number Placeholder 8">
            <a:extLst>
              <a:ext uri="{FF2B5EF4-FFF2-40B4-BE49-F238E27FC236}">
                <a16:creationId xmlns:a16="http://schemas.microsoft.com/office/drawing/2014/main" id="{8EA9CC9C-E71E-C316-0680-F4BD6EDC87C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340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9753" cy="898525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4E15E62-FEF2-298A-EC8D-72D59188CB27}"/>
              </a:ext>
            </a:extLst>
          </p:cNvPr>
          <p:cNvCxnSpPr>
            <a:cxnSpLocks/>
          </p:cNvCxnSpPr>
          <p:nvPr userDrawn="1"/>
        </p:nvCxnSpPr>
        <p:spPr>
          <a:xfrm>
            <a:off x="609600" y="1905000"/>
            <a:ext cx="109728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" y="2286012"/>
            <a:ext cx="5479474" cy="298765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4892D5B-0772-8929-54F9-AA16EED38E2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715575" y="2285301"/>
            <a:ext cx="4863778" cy="388618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3955"/>
            <a:ext cx="2642932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86595" y="6343955"/>
            <a:ext cx="1449697" cy="365125"/>
          </a:xfrm>
        </p:spPr>
        <p:txBody>
          <a:bodyPr>
            <a:noAutofit/>
          </a:bodyPr>
          <a:lstStyle/>
          <a:p>
            <a:fld id="{AEBE612C-E459-4252-B286-C98BDF4C5E92}" type="datetime1">
              <a:rPr lang="en-US" smtClean="0"/>
              <a:t>8/26/2026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6293" y="6343955"/>
            <a:ext cx="443060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42421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9903" y="685807"/>
            <a:ext cx="5486400" cy="1388302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 5">
            <a:extLst>
              <a:ext uri="{FF2B5EF4-FFF2-40B4-BE49-F238E27FC236}">
                <a16:creationId xmlns:a16="http://schemas.microsoft.com/office/drawing/2014/main" id="{3F8ACB4F-E132-97B5-797E-ADFB9AC8345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6658" y="685807"/>
            <a:ext cx="4864608" cy="548637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89903" y="2650330"/>
            <a:ext cx="5486400" cy="3521854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0415657-C9CC-A8DC-C841-09A42AC901EC}"/>
              </a:ext>
            </a:extLst>
          </p:cNvPr>
          <p:cNvCxnSpPr>
            <a:cxnSpLocks/>
          </p:cNvCxnSpPr>
          <p:nvPr userDrawn="1"/>
        </p:nvCxnSpPr>
        <p:spPr>
          <a:xfrm>
            <a:off x="6089903" y="2362219"/>
            <a:ext cx="54864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D65827FC-FBF0-2A7B-2AE9-11D916DB970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7" y="6343955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6">
            <a:extLst>
              <a:ext uri="{FF2B5EF4-FFF2-40B4-BE49-F238E27FC236}">
                <a16:creationId xmlns:a16="http://schemas.microsoft.com/office/drawing/2014/main" id="{7D3F37AD-0904-9EC0-EFEE-899B457A4536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8893929" y="6343955"/>
            <a:ext cx="2202644" cy="365125"/>
          </a:xfrm>
        </p:spPr>
        <p:txBody>
          <a:bodyPr>
            <a:noAutofit/>
          </a:bodyPr>
          <a:lstStyle/>
          <a:p>
            <a:fld id="{D8568ADA-B78D-4076-A9DF-6C8E04B71243}" type="datetime1">
              <a:rPr lang="en-US" smtClean="0"/>
              <a:t>8/26/2026</a:t>
            </a:fld>
            <a:endParaRPr lang="en-US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655EC9E8-1A84-6C33-ADB3-D40020F5090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58293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4564763" cy="1426798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5580E71-5349-7975-EE00-1D48FBB4552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599" y="2514600"/>
            <a:ext cx="4564763" cy="363659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790060" y="685800"/>
            <a:ext cx="5792341" cy="5465398"/>
          </a:xfrm>
        </p:spPr>
        <p:txBody>
          <a:bodyPr anchor="b"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E3ED234F-BBE0-48A3-AC31-D10A1F3BC187}" type="datetime1">
              <a:rPr lang="en-US" smtClean="0"/>
              <a:t>8/26/2026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96221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891102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EC4665C-5805-BDA9-0EA4-387D86C88AB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2647" y="2057400"/>
            <a:ext cx="2740153" cy="4091502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10001" y="2057400"/>
            <a:ext cx="7766302" cy="4091502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AA0D3809-2B53-482D-AD1B-8B09C4B2656C}" type="datetime1">
              <a:rPr lang="en-US" smtClean="0"/>
              <a:t>8/26/2026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01948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1DA757D-A9AE-985A-6EEE-C02E46D45DC9}"/>
              </a:ext>
            </a:extLst>
          </p:cNvPr>
          <p:cNvSpPr/>
          <p:nvPr/>
        </p:nvSpPr>
        <p:spPr>
          <a:xfrm>
            <a:off x="11250895" y="43434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71E517F-7D77-FEA1-94A2-D8522A1BF181}"/>
              </a:ext>
            </a:extLst>
          </p:cNvPr>
          <p:cNvSpPr/>
          <p:nvPr/>
        </p:nvSpPr>
        <p:spPr>
          <a:xfrm>
            <a:off x="685800" y="46938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62EAE4C-19D0-A0E4-1FDC-967BD2694E6F}"/>
              </a:ext>
            </a:extLst>
          </p:cNvPr>
          <p:cNvSpPr/>
          <p:nvPr/>
        </p:nvSpPr>
        <p:spPr>
          <a:xfrm>
            <a:off x="10998565" y="44258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7E35C93-E0FF-6186-7502-985D78DA9B28}"/>
              </a:ext>
            </a:extLst>
          </p:cNvPr>
          <p:cNvSpPr/>
          <p:nvPr/>
        </p:nvSpPr>
        <p:spPr>
          <a:xfrm>
            <a:off x="10976145" y="44258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D4E889F8-D8CB-1564-17A8-26A2F4258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025460"/>
            <a:ext cx="9144000" cy="8686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3B51AE5-91E2-069A-7DF2-EB394DA25E2D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143000"/>
            <a:ext cx="10115679" cy="3474720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 algn="l" rtl="0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 algn="r" rtl="0">
              <a:defRPr>
                <a:solidFill>
                  <a:schemeClr val="tx1"/>
                </a:solidFill>
              </a:defRPr>
            </a:lvl1pPr>
          </a:lstStyle>
          <a:p>
            <a:fld id="{154F04C1-B149-48D4-90B8-E64820B32F59}" type="datetime1">
              <a:rPr lang="en-US" smtClean="0"/>
              <a:t>8/26/2026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 algn="r" rtl="0"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1203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FE73F6F-B481-328B-CE64-8485DC66B8EA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7D968F-BFC6-694E-9A7C-A113E7DEBF65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77A14AD-A403-0816-9FED-F4E7BB405B17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C5DE6E3-5C5B-04A2-6D84-63D852F6062A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6D258FD5-5B6B-DBB1-0F00-D02C71197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859867"/>
            <a:ext cx="9144000" cy="10972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12">
            <a:extLst>
              <a:ext uri="{FF2B5EF4-FFF2-40B4-BE49-F238E27FC236}">
                <a16:creationId xmlns:a16="http://schemas.microsoft.com/office/drawing/2014/main" id="{196BB08E-5668-89FF-C0AE-D8A83C783F7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600199"/>
            <a:ext cx="9171115" cy="3259668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1AED7B4-8DB4-40B0-90CF-49D3708442C0}" type="datetime1">
              <a:rPr lang="en-US" smtClean="0"/>
              <a:t>8/26/2026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743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132C402C-8B4C-3690-6875-FE157681B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257800"/>
            <a:ext cx="9144000" cy="8686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2">
            <a:extLst>
              <a:ext uri="{FF2B5EF4-FFF2-40B4-BE49-F238E27FC236}">
                <a16:creationId xmlns:a16="http://schemas.microsoft.com/office/drawing/2014/main" id="{C80DC0CF-9044-3D55-7D8F-4CD97232E3E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143000"/>
            <a:ext cx="10115679" cy="3474720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F861E720-2EA4-4832-8DC2-DC3D2BDBB07C}" type="datetime1">
              <a:rPr lang="en-US" smtClean="0"/>
              <a:t>8/26/2026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B480B90-B64C-0559-ACB2-7DBB57135C77}"/>
              </a:ext>
            </a:extLst>
          </p:cNvPr>
          <p:cNvSpPr/>
          <p:nvPr/>
        </p:nvSpPr>
        <p:spPr>
          <a:xfrm>
            <a:off x="11250895" y="4562062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D2E866D-D29F-1CC5-14B2-BB24F10745FE}"/>
              </a:ext>
            </a:extLst>
          </p:cNvPr>
          <p:cNvSpPr/>
          <p:nvPr/>
        </p:nvSpPr>
        <p:spPr>
          <a:xfrm>
            <a:off x="685800" y="4912557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FA0DC7F-E416-CA3E-E389-945D5FA32CC9}"/>
              </a:ext>
            </a:extLst>
          </p:cNvPr>
          <p:cNvSpPr/>
          <p:nvPr/>
        </p:nvSpPr>
        <p:spPr>
          <a:xfrm>
            <a:off x="10998565" y="4644494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2D9CC5C-2252-AB09-49B5-FD1BE0E74E30}"/>
              </a:ext>
            </a:extLst>
          </p:cNvPr>
          <p:cNvSpPr/>
          <p:nvPr/>
        </p:nvSpPr>
        <p:spPr>
          <a:xfrm>
            <a:off x="10976145" y="4644499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0051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979D7E7-81D7-BD45-ADEC-E83F7EF73EC8}"/>
              </a:ext>
            </a:extLst>
          </p:cNvPr>
          <p:cNvSpPr/>
          <p:nvPr/>
        </p:nvSpPr>
        <p:spPr>
          <a:xfrm>
            <a:off x="11254003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6D6EAAA-843B-4F5B-47BF-3A0B75B59A45}"/>
              </a:ext>
            </a:extLst>
          </p:cNvPr>
          <p:cNvSpPr/>
          <p:nvPr/>
        </p:nvSpPr>
        <p:spPr>
          <a:xfrm>
            <a:off x="10866791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5A4CCB8-341A-D7B3-2B2F-C6943129C281}"/>
              </a:ext>
            </a:extLst>
          </p:cNvPr>
          <p:cNvSpPr/>
          <p:nvPr/>
        </p:nvSpPr>
        <p:spPr>
          <a:xfrm>
            <a:off x="11003886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A1B2662-9528-65C6-986B-EA4135BF4CA6}"/>
              </a:ext>
            </a:extLst>
          </p:cNvPr>
          <p:cNvSpPr/>
          <p:nvPr/>
        </p:nvSpPr>
        <p:spPr>
          <a:xfrm>
            <a:off x="10981626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>
            <a:noAutofit/>
          </a:bodyPr>
          <a:lstStyle>
            <a:lvl1pPr>
              <a:defRPr sz="5400" b="0" i="0" cap="all" baseline="0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09600" y="685800"/>
            <a:ext cx="10972800" cy="4514529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1pPr>
            <a:lvl2pPr marL="22860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2pPr>
            <a:lvl3pPr marL="45720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3pPr>
            <a:lvl4pPr marL="68580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4pPr>
            <a:lvl5pPr marL="91440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AB608D6C-D0F1-479F-911E-8569D2F1ED15}" type="datetime1">
              <a:rPr lang="en-US" smtClean="0"/>
              <a:t>8/26/2026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1127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0572EAA-9C03-6737-7961-89F7D9E127AC}"/>
              </a:ext>
            </a:extLst>
          </p:cNvPr>
          <p:cNvSpPr/>
          <p:nvPr/>
        </p:nvSpPr>
        <p:spPr>
          <a:xfrm>
            <a:off x="11250895" y="5430148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D2A1F66-1FB1-8357-178D-CB1C0F8B7E56}"/>
              </a:ext>
            </a:extLst>
          </p:cNvPr>
          <p:cNvSpPr/>
          <p:nvPr/>
        </p:nvSpPr>
        <p:spPr>
          <a:xfrm>
            <a:off x="685800" y="5780643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AD8E75-63C0-8CE8-7E5A-37E4E429140F}"/>
              </a:ext>
            </a:extLst>
          </p:cNvPr>
          <p:cNvSpPr/>
          <p:nvPr/>
        </p:nvSpPr>
        <p:spPr>
          <a:xfrm>
            <a:off x="10998565" y="5512580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9DF1B2A2-FEB2-CC42-0F0F-71CD13535424}"/>
              </a:ext>
            </a:extLst>
          </p:cNvPr>
          <p:cNvSpPr/>
          <p:nvPr/>
        </p:nvSpPr>
        <p:spPr>
          <a:xfrm>
            <a:off x="10976145" y="5512585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>
            <a:noAutofit/>
          </a:bodyPr>
          <a:lstStyle>
            <a:lvl1pPr>
              <a:defRPr sz="5400" b="0" i="0" cap="all" baseline="0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85800"/>
            <a:ext cx="10972800" cy="4572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1pPr>
            <a:lvl2pPr marL="22860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2pPr>
            <a:lvl3pPr marL="45720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3pPr>
            <a:lvl4pPr marL="68580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4pPr>
            <a:lvl5pPr marL="91440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CBCFCC67-CBC1-48BE-A467-33E284003C9C}" type="datetime1">
              <a:rPr lang="en-US" smtClean="0"/>
              <a:t>8/26/2026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5516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2479" y="685800"/>
            <a:ext cx="9140953" cy="2699775"/>
          </a:xfrm>
        </p:spPr>
        <p:txBody>
          <a:bodyPr anchor="t">
            <a:no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BF01E07-9F97-42AE-9FE9-3EAD856BDB2A}" type="datetime1">
              <a:rPr lang="en-US" smtClean="0"/>
              <a:t>8/26/2026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FE594965-EF4A-40C0-FED1-CF5564CED970}"/>
              </a:ext>
            </a:extLst>
          </p:cNvPr>
          <p:cNvSpPr/>
          <p:nvPr/>
        </p:nvSpPr>
        <p:spPr>
          <a:xfrm>
            <a:off x="11250895" y="4562061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9DE90F9-432C-AEEC-88D5-177A0E299391}"/>
              </a:ext>
            </a:extLst>
          </p:cNvPr>
          <p:cNvSpPr/>
          <p:nvPr/>
        </p:nvSpPr>
        <p:spPr>
          <a:xfrm>
            <a:off x="685800" y="4912556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8ECD3CD-C697-A46B-71F2-D64BD77C395C}"/>
              </a:ext>
            </a:extLst>
          </p:cNvPr>
          <p:cNvSpPr/>
          <p:nvPr/>
        </p:nvSpPr>
        <p:spPr>
          <a:xfrm>
            <a:off x="10998565" y="4644493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46793A7-6512-567E-DAFF-BB4A63B89DC3}"/>
              </a:ext>
            </a:extLst>
          </p:cNvPr>
          <p:cNvSpPr/>
          <p:nvPr/>
        </p:nvSpPr>
        <p:spPr>
          <a:xfrm>
            <a:off x="10976145" y="4644498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66A0D5A-6B2D-15B8-4FC0-30535DF012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486398"/>
            <a:ext cx="10058400" cy="66947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179918211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D86F34B-87C2-AC58-5483-78C0E5DB477C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B6B59A7-7C3C-7431-CC9A-51EFBA257959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2D0661-BB9A-E751-A4EB-2C95BF96A560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09A5AB9-86E5-2BD1-8EFC-49C204619282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7" y="1600200"/>
            <a:ext cx="10055353" cy="3657601"/>
          </a:xfrm>
        </p:spPr>
        <p:txBody>
          <a:bodyPr anchor="b">
            <a:no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34B2334-B27F-4DA0-8A92-599603070D6B}" type="datetime1">
              <a:rPr lang="en-US" smtClean="0"/>
              <a:t>8/26/2026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itle 5">
            <a:extLst>
              <a:ext uri="{FF2B5EF4-FFF2-40B4-BE49-F238E27FC236}">
                <a16:creationId xmlns:a16="http://schemas.microsoft.com/office/drawing/2014/main" id="{A4A8879E-F637-BA38-C325-517B59E125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486398"/>
            <a:ext cx="10058400" cy="66947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21602196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0ED10B2-4172-93C9-B408-242DDBA504A8}"/>
              </a:ext>
            </a:extLst>
          </p:cNvPr>
          <p:cNvSpPr/>
          <p:nvPr/>
        </p:nvSpPr>
        <p:spPr>
          <a:xfrm>
            <a:off x="11250895" y="5430148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CF4AA95-C597-81F0-35EA-96B5BA7A12BB}"/>
              </a:ext>
            </a:extLst>
          </p:cNvPr>
          <p:cNvSpPr/>
          <p:nvPr/>
        </p:nvSpPr>
        <p:spPr>
          <a:xfrm>
            <a:off x="685800" y="5780643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A37871-D86F-9BA6-1D96-9B3392C2F247}"/>
              </a:ext>
            </a:extLst>
          </p:cNvPr>
          <p:cNvSpPr/>
          <p:nvPr/>
        </p:nvSpPr>
        <p:spPr>
          <a:xfrm>
            <a:off x="10998565" y="5512580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B203EFA-FE43-9B63-5768-4A3FD1509639}"/>
              </a:ext>
            </a:extLst>
          </p:cNvPr>
          <p:cNvSpPr/>
          <p:nvPr/>
        </p:nvSpPr>
        <p:spPr>
          <a:xfrm>
            <a:off x="10976145" y="5512585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868680"/>
            <a:ext cx="9140952" cy="3660746"/>
          </a:xfrm>
        </p:spPr>
        <p:txBody>
          <a:bodyPr anchor="ctr">
            <a:noAutofit/>
          </a:bodyPr>
          <a:lstStyle>
            <a:lvl1pPr marL="164592" indent="-164592">
              <a:lnSpc>
                <a:spcPct val="11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9B8D85F-DE7D-4C09-9BDD-03377313F809}" type="datetime1">
              <a:rPr lang="en-US" smtClean="0"/>
              <a:t>8/26/2026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F259B8E5-883A-B6CE-4C6C-F6F48B038C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4617720"/>
            <a:ext cx="9140951" cy="788609"/>
          </a:xfr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229188047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7D5A5-84C3-7EDE-A8EB-2DE057DE46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2775" y="1965960"/>
            <a:ext cx="5074920" cy="419576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54150AE-A7C6-D328-35D7-F5B840930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470969" y="1965960"/>
            <a:ext cx="5075237" cy="419576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68CAF44C-1683-44E3-97C5-DF51C69BF7AA}" type="datetime1">
              <a:rPr lang="en-US" smtClean="0"/>
              <a:t>8/26/2026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24391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FA77448-F1DA-CAC1-9B05-8F5CE6558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1878566"/>
            <a:ext cx="5074920" cy="55983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97572" y="1878566"/>
            <a:ext cx="5075556" cy="55983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600" y="2514600"/>
            <a:ext cx="5075238" cy="365918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497572" y="2514600"/>
            <a:ext cx="5075556" cy="365918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CD150565-788C-402B-B078-3F96B9A231B8}" type="datetime1">
              <a:rPr lang="en-US" smtClean="0"/>
              <a:t>8/26/2026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35362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F5184-1DAA-DFF4-A408-3D5DD1517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D7B20C69-CB4E-44F7-A408-67C55627795C}" type="datetime1">
              <a:rPr lang="en-US" smtClean="0"/>
              <a:t>8/26/2026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15250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A0C8FE45-F91B-4375-B362-4DC6F9A2A304}" type="datetime1">
              <a:rPr lang="en-US" smtClean="0"/>
              <a:t>8/26/2026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99015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A9EA653-B766-E096-036C-1C173E299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3643916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1845593-CC30-27D6-3F82-E2BA784C49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7" y="4526280"/>
            <a:ext cx="3654553" cy="1621111"/>
          </a:xfrm>
        </p:spPr>
        <p:txBody>
          <a:bodyPr anchor="b"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6801" y="685800"/>
            <a:ext cx="6699502" cy="5486400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sz="1400" dirty="0"/>
            </a:lvl3pPr>
            <a:lvl4pPr>
              <a:defRPr lang="en-US" sz="1400" dirty="0"/>
            </a:lvl4pPr>
            <a:lvl5pPr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572A1522-8F1E-408E-ABA2-6F5B206582B8}" type="datetime1">
              <a:rPr lang="en-US" smtClean="0"/>
              <a:t>8/26/2026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65434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3643916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7" y="4526280"/>
            <a:ext cx="3654553" cy="1621111"/>
          </a:xfrm>
        </p:spPr>
        <p:txBody>
          <a:bodyPr anchor="b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872039" y="685800"/>
            <a:ext cx="6699502" cy="544263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3E19A776-5AE6-4251-8560-C6066D0B46D6}" type="datetime1">
              <a:rPr lang="en-US" smtClean="0"/>
              <a:t>8/26/2026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88313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0"/>
            <a:ext cx="10972800" cy="1828800"/>
          </a:xfrm>
        </p:spPr>
        <p:txBody>
          <a:bodyPr anchor="b">
            <a:noAutofit/>
          </a:bodyPr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3429000"/>
            <a:ext cx="10972800" cy="2743198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07EC6D5-3C89-D412-4A74-4DD843571D29}"/>
              </a:ext>
            </a:extLst>
          </p:cNvPr>
          <p:cNvCxnSpPr/>
          <p:nvPr userDrawn="1"/>
        </p:nvCxnSpPr>
        <p:spPr>
          <a:xfrm>
            <a:off x="621792" y="2895600"/>
            <a:ext cx="109636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195FFA61-E651-4E50-A159-710A5ED7E6FE}" type="datetime1">
              <a:rPr lang="en-US" smtClean="0"/>
              <a:t>8/26/2026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1205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AB975A1-C2E9-D1D4-3C6F-7296B13798B1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243F218-F67B-B464-9035-A6AA389E6224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1F0E05A-E796-C1AE-DCB2-706459874FC1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C863187-9C01-45D7-5737-0DEACAA80C83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0"/>
            <a:ext cx="8226424" cy="3725056"/>
          </a:xfrm>
        </p:spPr>
        <p:txBody>
          <a:bodyPr anchor="b">
            <a:noAutofit/>
          </a:bodyPr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7" y="4572000"/>
            <a:ext cx="8226424" cy="1608008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800"/>
            </a:lvl2pPr>
            <a:lvl3pPr marL="457200" indent="0">
              <a:buNone/>
              <a:defRPr sz="1800"/>
            </a:lvl3pPr>
            <a:lvl4pPr marL="685800" indent="0">
              <a:buNone/>
              <a:defRPr sz="1800"/>
            </a:lvl4pPr>
            <a:lvl5pPr marL="914400" indent="0"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8E9E0D87-B7D0-4C2E-BAD1-97A555313A20}" type="datetime1">
              <a:rPr lang="en-US" smtClean="0"/>
              <a:t>8/26/2026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5364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799"/>
            <a:ext cx="10963655" cy="9144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600200"/>
            <a:ext cx="10963656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343955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rtl="0">
              <a:defRPr sz="8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343955"/>
            <a:ext cx="2202644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rtl="0">
              <a:defRPr sz="8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29814657-813A-4D7B-A2F8-E573BA1645D3}" type="datetime1">
              <a:rPr lang="en-US" smtClean="0"/>
              <a:t>8/26/2026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343955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rtl="0">
              <a:defRPr sz="8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949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19" r:id="rId1"/>
    <p:sldLayoutId id="2147484115" r:id="rId2"/>
    <p:sldLayoutId id="2147484114" r:id="rId3"/>
    <p:sldLayoutId id="2147484116" r:id="rId4"/>
    <p:sldLayoutId id="2147484117" r:id="rId5"/>
    <p:sldLayoutId id="2147484118" r:id="rId6"/>
    <p:sldLayoutId id="2147484120" r:id="rId7"/>
    <p:sldLayoutId id="2147484121" r:id="rId8"/>
    <p:sldLayoutId id="2147484122" r:id="rId9"/>
    <p:sldLayoutId id="2147484169" r:id="rId10"/>
    <p:sldLayoutId id="2147484124" r:id="rId11"/>
    <p:sldLayoutId id="2147484125" r:id="rId12"/>
    <p:sldLayoutId id="2147484126" r:id="rId13"/>
    <p:sldLayoutId id="2147484127" r:id="rId14"/>
    <p:sldLayoutId id="2147484128" r:id="rId15"/>
    <p:sldLayoutId id="2147484129" r:id="rId16"/>
    <p:sldLayoutId id="2147484130" r:id="rId17"/>
    <p:sldLayoutId id="2147484131" r:id="rId18"/>
    <p:sldLayoutId id="2147484132" r:id="rId19"/>
    <p:sldLayoutId id="2147484133" r:id="rId20"/>
    <p:sldLayoutId id="2147484134" r:id="rId21"/>
    <p:sldLayoutId id="2147484135" r:id="rId22"/>
    <p:sldLayoutId id="2147484136" r:id="rId23"/>
    <p:sldLayoutId id="2147484137" r:id="rId24"/>
    <p:sldLayoutId id="2147484138" r:id="rId25"/>
    <p:sldLayoutId id="2147484139" r:id="rId26"/>
    <p:sldLayoutId id="2147484140" r:id="rId27"/>
    <p:sldLayoutId id="2147484141" r:id="rId28"/>
    <p:sldLayoutId id="2147484142" r:id="rId29"/>
    <p:sldLayoutId id="2147484143" r:id="rId30"/>
    <p:sldLayoutId id="2147484144" r:id="rId31"/>
    <p:sldLayoutId id="2147484145" r:id="rId32"/>
    <p:sldLayoutId id="2147484146" r:id="rId33"/>
    <p:sldLayoutId id="2147484147" r:id="rId34"/>
    <p:sldLayoutId id="2147484148" r:id="rId35"/>
    <p:sldLayoutId id="2147484149" r:id="rId36"/>
    <p:sldLayoutId id="2147484150" r:id="rId37"/>
    <p:sldLayoutId id="2147484152" r:id="rId38"/>
    <p:sldLayoutId id="2147484153" r:id="rId39"/>
    <p:sldLayoutId id="2147484157" r:id="rId40"/>
    <p:sldLayoutId id="2147484158" r:id="rId41"/>
    <p:sldLayoutId id="2147484159" r:id="rId42"/>
    <p:sldLayoutId id="2147484160" r:id="rId43"/>
    <p:sldLayoutId id="2147484161" r:id="rId44"/>
    <p:sldLayoutId id="2147484162" r:id="rId45"/>
    <p:sldLayoutId id="2147484163" r:id="rId46"/>
    <p:sldLayoutId id="2147484164" r:id="rId47"/>
    <p:sldLayoutId id="2147484165" r:id="rId48"/>
    <p:sldLayoutId id="2147484166" r:id="rId49"/>
    <p:sldLayoutId id="2147484167" r:id="rId50"/>
    <p:sldLayoutId id="2147484168" r:id="rId51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400" b="0" i="0" kern="1200" cap="all" spc="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800" b="0" i="0" kern="1200">
          <a:solidFill>
            <a:schemeClr val="tx2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600" b="0" i="0" kern="1200">
          <a:solidFill>
            <a:schemeClr val="tx2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2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2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7" orient="horz" pos="2160">
          <p15:clr>
            <a:srgbClr val="F26B43"/>
          </p15:clr>
        </p15:guide>
        <p15:guide id="28" pos="3840">
          <p15:clr>
            <a:srgbClr val="F26B43"/>
          </p15:clr>
        </p15:guide>
        <p15:guide id="29" pos="7296">
          <p15:clr>
            <a:srgbClr val="F26B43"/>
          </p15:clr>
        </p15:guide>
        <p15:guide id="30" pos="3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FF4B6-3F85-6E67-ED81-212443682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A0CBC46-76F5-CB3F-9BF0-DE7BBD3C66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dirty="0"/>
              <a:t>Team </a:t>
            </a:r>
            <a:r>
              <a:rPr lang="en-US" dirty="0" err="1"/>
              <a:t>FirstTry</a:t>
            </a:r>
            <a:br>
              <a:rPr lang="en-US" dirty="0"/>
            </a:br>
            <a:br>
              <a:rPr lang="en-US" dirty="0"/>
            </a:br>
            <a:r>
              <a:rPr lang="en-US" dirty="0"/>
              <a:t>Under review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5CA5C5AD-7278-E875-15B7-835123AC22E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Hajji El Mahdi, </a:t>
            </a:r>
            <a:r>
              <a:rPr lang="en-BE" dirty="0"/>
              <a:t>Madadi </a:t>
            </a:r>
            <a:r>
              <a:rPr lang="en-BE" dirty="0" err="1"/>
              <a:t>Rahmesh</a:t>
            </a:r>
            <a:r>
              <a:rPr lang="en-BE" dirty="0"/>
              <a:t>, </a:t>
            </a:r>
            <a:r>
              <a:rPr lang="en-BE" dirty="0" err="1"/>
              <a:t>Osanwonwyi</a:t>
            </a:r>
            <a:r>
              <a:rPr lang="en-BE" dirty="0"/>
              <a:t> Elisha</a:t>
            </a:r>
            <a:r>
              <a:rPr lang="en-US" dirty="0"/>
              <a:t>.</a:t>
            </a:r>
            <a:endParaRPr lang="en-BE" dirty="0"/>
          </a:p>
          <a:p>
            <a:r>
              <a:rPr lang="en-BE" dirty="0"/>
              <a:t>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24526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A9C55-B791-9BD7-E2D4-BF9B99359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Algemeen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336C7F-1AF7-CECD-C808-8F48C4E80B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500" dirty="0"/>
              <a:t>Based op de </a:t>
            </a:r>
            <a:r>
              <a:rPr lang="en-US" sz="2500" dirty="0" err="1"/>
              <a:t>GameJam</a:t>
            </a:r>
            <a:r>
              <a:rPr lang="en-US" sz="2500" dirty="0"/>
              <a:t> thema: Trust no one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500" dirty="0"/>
              <a:t>Voor </a:t>
            </a:r>
            <a:r>
              <a:rPr lang="en-US" sz="2500" dirty="0" err="1"/>
              <a:t>mensen</a:t>
            </a:r>
            <a:r>
              <a:rPr lang="en-US" sz="2500" dirty="0"/>
              <a:t> die van </a:t>
            </a:r>
            <a:r>
              <a:rPr lang="en-US" sz="2500" dirty="0" err="1"/>
              <a:t>een</a:t>
            </a:r>
            <a:r>
              <a:rPr lang="en-US" sz="2500" dirty="0"/>
              <a:t> </a:t>
            </a:r>
            <a:r>
              <a:rPr lang="en-US" sz="2500" dirty="0" err="1"/>
              <a:t>uitdaging</a:t>
            </a:r>
            <a:r>
              <a:rPr lang="en-US" sz="2500" dirty="0"/>
              <a:t> </a:t>
            </a:r>
            <a:r>
              <a:rPr lang="en-US" sz="2500" dirty="0" err="1"/>
              <a:t>houden</a:t>
            </a:r>
            <a:r>
              <a:rPr lang="en-US" sz="2500" dirty="0"/>
              <a:t>, detective </a:t>
            </a:r>
            <a:r>
              <a:rPr lang="en-US" sz="2500" dirty="0" err="1"/>
              <a:t>tactieken</a:t>
            </a:r>
            <a:r>
              <a:rPr lang="en-US" sz="2500" dirty="0"/>
              <a:t> </a:t>
            </a:r>
            <a:r>
              <a:rPr lang="en-US" sz="2500" dirty="0" err="1"/>
              <a:t>willen</a:t>
            </a:r>
            <a:r>
              <a:rPr lang="en-US" sz="25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500" dirty="0"/>
              <a:t>Papers Please inspired game.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BE" sz="2500" dirty="0"/>
          </a:p>
        </p:txBody>
      </p:sp>
    </p:spTree>
    <p:extLst>
      <p:ext uri="{BB962C8B-B14F-4D97-AF65-F5344CB8AC3E}">
        <p14:creationId xmlns:p14="http://schemas.microsoft.com/office/powerpoint/2010/main" val="2375740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3A5B1-11E0-3FC7-88E1-E323BCC8A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Mechanics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C7DE34-85FC-BE13-1A95-72C55C9CB5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600" dirty="0"/>
              <a:t>Basis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Interacting met NPC’s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/>
              <a:t>Vergelijken</a:t>
            </a:r>
            <a:r>
              <a:rPr lang="en-US" sz="2000" dirty="0"/>
              <a:t> van </a:t>
            </a:r>
            <a:r>
              <a:rPr lang="en-US" sz="2000" dirty="0" err="1"/>
              <a:t>namen</a:t>
            </a:r>
            <a:r>
              <a:rPr lang="en-US" sz="2000" dirty="0"/>
              <a:t> </a:t>
            </a:r>
            <a:r>
              <a:rPr lang="en-US" sz="2000" dirty="0" err="1"/>
              <a:t>en</a:t>
            </a:r>
            <a:r>
              <a:rPr lang="en-US" sz="2000" dirty="0"/>
              <a:t> </a:t>
            </a:r>
            <a:r>
              <a:rPr lang="en-US" sz="2000" dirty="0" err="1"/>
              <a:t>informatie</a:t>
            </a:r>
            <a:r>
              <a:rPr lang="en-US" sz="2000" dirty="0"/>
              <a:t>,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r>
              <a:rPr lang="en-US" sz="2600" dirty="0" err="1"/>
              <a:t>Speciaal</a:t>
            </a:r>
            <a:endParaRPr lang="en-US" sz="2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/>
              <a:t>Collega’s</a:t>
            </a:r>
            <a:r>
              <a:rPr lang="en-US" sz="2000" dirty="0"/>
              <a:t> </a:t>
            </a:r>
            <a:r>
              <a:rPr lang="nl-NL" sz="2000" dirty="0"/>
              <a:t>proberen je te misleiden</a:t>
            </a:r>
            <a:endParaRPr lang="en-BE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BE" sz="2000" dirty="0"/>
          </a:p>
        </p:txBody>
      </p:sp>
    </p:spTree>
    <p:extLst>
      <p:ext uri="{BB962C8B-B14F-4D97-AF65-F5344CB8AC3E}">
        <p14:creationId xmlns:p14="http://schemas.microsoft.com/office/powerpoint/2010/main" val="27376809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D0921-AF9F-4E72-70A9-61161AAF7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Level Design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EF3809-0E72-73E2-30C9-4A0F336179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</a:t>
            </a:r>
            <a:r>
              <a:rPr lang="en-US" sz="2400" b="1" dirty="0"/>
              <a:t>hema</a:t>
            </a:r>
            <a:r>
              <a:rPr lang="en-US" sz="2400" dirty="0"/>
              <a:t>: eerie vibe, unsettling, thema </a:t>
            </a:r>
            <a:r>
              <a:rPr lang="en-US" sz="2400" dirty="0" err="1"/>
              <a:t>dat</a:t>
            </a:r>
            <a:r>
              <a:rPr lang="en-US" sz="2400" dirty="0"/>
              <a:t> “Trust no One” tot </a:t>
            </a:r>
            <a:r>
              <a:rPr lang="en-US" sz="2400" dirty="0" err="1"/>
              <a:t>leven</a:t>
            </a:r>
            <a:r>
              <a:rPr lang="en-US" sz="2400" dirty="0"/>
              <a:t> </a:t>
            </a:r>
            <a:r>
              <a:rPr lang="en-US" sz="2400" dirty="0" err="1"/>
              <a:t>brengt</a:t>
            </a:r>
            <a:r>
              <a:rPr lang="en-US" sz="24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Simple low poly designs</a:t>
            </a:r>
            <a:r>
              <a:rPr lang="en-US" sz="2400" dirty="0"/>
              <a:t>: Focus </a:t>
            </a:r>
            <a:r>
              <a:rPr lang="en-US" sz="2400" dirty="0" err="1"/>
              <a:t>ligt</a:t>
            </a:r>
            <a:r>
              <a:rPr lang="en-US" sz="2400" dirty="0"/>
              <a:t> op de game feel </a:t>
            </a:r>
            <a:r>
              <a:rPr lang="en-US" sz="2400" dirty="0" err="1"/>
              <a:t>niet</a:t>
            </a:r>
            <a:r>
              <a:rPr lang="en-US" sz="2400" dirty="0"/>
              <a:t> </a:t>
            </a:r>
            <a:r>
              <a:rPr lang="en-US" sz="2400" dirty="0" err="1"/>
              <a:t>zoveel</a:t>
            </a:r>
            <a:r>
              <a:rPr lang="en-US" sz="2400" dirty="0"/>
              <a:t> visuals.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/>
              <a:t>T</a:t>
            </a:r>
            <a:r>
              <a:rPr lang="en-US" sz="2400" b="1" dirty="0" err="1"/>
              <a:t>ijdsdruk</a:t>
            </a:r>
            <a:r>
              <a:rPr lang="en-US" sz="2400" dirty="0"/>
              <a:t>: Less is more.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Challenges?</a:t>
            </a:r>
            <a:br>
              <a:rPr lang="en-US" sz="2400" dirty="0"/>
            </a:br>
            <a:r>
              <a:rPr lang="en-US" sz="2400" dirty="0"/>
              <a:t>- </a:t>
            </a:r>
            <a:r>
              <a:rPr lang="en-US" sz="2400" dirty="0" err="1"/>
              <a:t>Te</a:t>
            </a:r>
            <a:r>
              <a:rPr lang="en-US" sz="2400" dirty="0"/>
              <a:t> </a:t>
            </a:r>
            <a:r>
              <a:rPr lang="en-US" sz="2400" dirty="0" err="1"/>
              <a:t>veel</a:t>
            </a:r>
            <a:r>
              <a:rPr lang="en-US" sz="2400" dirty="0"/>
              <a:t> </a:t>
            </a:r>
            <a:r>
              <a:rPr lang="en-US" sz="2400" dirty="0" err="1"/>
              <a:t>opties</a:t>
            </a:r>
            <a:r>
              <a:rPr lang="en-US" sz="2400" dirty="0"/>
              <a:t> van 3d </a:t>
            </a:r>
            <a:r>
              <a:rPr lang="en-US" sz="2400" dirty="0" err="1"/>
              <a:t>modellen</a:t>
            </a:r>
            <a:r>
              <a:rPr lang="en-US" sz="2400" dirty="0"/>
              <a:t>, audios </a:t>
            </a:r>
            <a:r>
              <a:rPr lang="en-US" sz="2400" dirty="0" err="1"/>
              <a:t>en</a:t>
            </a:r>
            <a:r>
              <a:rPr lang="en-US" sz="2400" dirty="0"/>
              <a:t> visuals.</a:t>
            </a:r>
            <a:br>
              <a:rPr lang="en-US" sz="2400" dirty="0"/>
            </a:br>
            <a:r>
              <a:rPr lang="en-US" sz="2400" dirty="0"/>
              <a:t>- Consistency over de designs.</a:t>
            </a:r>
            <a:br>
              <a:rPr lang="en-US" sz="2400" dirty="0"/>
            </a:br>
            <a:r>
              <a:rPr lang="en-US" sz="2400" dirty="0"/>
              <a:t>- </a:t>
            </a:r>
            <a:r>
              <a:rPr lang="en-US" sz="2400" dirty="0" err="1"/>
              <a:t>Tijd</a:t>
            </a:r>
            <a:r>
              <a:rPr lang="en-US" sz="2400" dirty="0"/>
              <a:t> </a:t>
            </a:r>
            <a:r>
              <a:rPr lang="en-US" sz="2400" dirty="0" err="1"/>
              <a:t>beter</a:t>
            </a:r>
            <a:r>
              <a:rPr lang="en-US" sz="2400" dirty="0"/>
              <a:t> </a:t>
            </a:r>
            <a:r>
              <a:rPr lang="en-US" sz="2400" dirty="0" err="1"/>
              <a:t>spenderen</a:t>
            </a:r>
            <a:r>
              <a:rPr lang="en-US" sz="2400" dirty="0"/>
              <a:t> </a:t>
            </a:r>
            <a:r>
              <a:rPr lang="en-US" sz="2400" dirty="0" err="1"/>
              <a:t>aan</a:t>
            </a:r>
            <a:r>
              <a:rPr lang="en-US" sz="2400" dirty="0"/>
              <a:t> Game feel/flow.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BE" sz="2400" dirty="0"/>
          </a:p>
        </p:txBody>
      </p:sp>
    </p:spTree>
    <p:extLst>
      <p:ext uri="{BB962C8B-B14F-4D97-AF65-F5344CB8AC3E}">
        <p14:creationId xmlns:p14="http://schemas.microsoft.com/office/powerpoint/2010/main" val="11645860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010B8-B940-219B-D9AE-785C737FB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Speciale Mechanic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057D73-60FB-C9E9-E750-6C21A85F44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000" b="1" dirty="0" err="1"/>
              <a:t>Misleidende</a:t>
            </a:r>
            <a:r>
              <a:rPr lang="en-US" sz="3000" b="1" dirty="0"/>
              <a:t> </a:t>
            </a:r>
            <a:r>
              <a:rPr lang="en-US" sz="3000" b="1" dirty="0" err="1"/>
              <a:t>Collega’s</a:t>
            </a:r>
            <a:r>
              <a:rPr lang="en-US" sz="3000" b="1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 err="1"/>
              <a:t>Tegenwerking</a:t>
            </a:r>
            <a:endParaRPr lang="en-US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False </a:t>
            </a:r>
            <a:r>
              <a:rPr lang="en-US" sz="2200" dirty="0" err="1"/>
              <a:t>informatie</a:t>
            </a:r>
            <a:endParaRPr lang="en-US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 err="1"/>
              <a:t>Inconsisten</a:t>
            </a:r>
            <a:r>
              <a:rPr lang="en-US" sz="2200" dirty="0"/>
              <a:t> </a:t>
            </a:r>
            <a:r>
              <a:rPr lang="en-US" sz="2200" dirty="0" err="1"/>
              <a:t>informatie</a:t>
            </a:r>
            <a:endParaRPr lang="en-US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Soms </a:t>
            </a:r>
            <a:r>
              <a:rPr lang="en-US" sz="2200" dirty="0" err="1"/>
              <a:t>correcte</a:t>
            </a:r>
            <a:r>
              <a:rPr lang="en-US" sz="2200" dirty="0"/>
              <a:t> </a:t>
            </a:r>
            <a:r>
              <a:rPr lang="en-US" sz="2200" dirty="0" err="1"/>
              <a:t>informatie</a:t>
            </a:r>
            <a:r>
              <a:rPr lang="en-US" sz="2200" dirty="0"/>
              <a:t>: </a:t>
            </a:r>
            <a:r>
              <a:rPr lang="en-US" sz="2200" dirty="0" err="1"/>
              <a:t>leidt</a:t>
            </a:r>
            <a:r>
              <a:rPr lang="en-US" sz="2200" dirty="0"/>
              <a:t> tot </a:t>
            </a:r>
            <a:r>
              <a:rPr lang="en-US" sz="2200" dirty="0" err="1"/>
              <a:t>verwarring</a:t>
            </a:r>
            <a:r>
              <a:rPr lang="en-US" sz="2200" dirty="0"/>
              <a:t> </a:t>
            </a:r>
            <a:r>
              <a:rPr lang="en-US" sz="2200" dirty="0" err="1"/>
              <a:t>en</a:t>
            </a:r>
            <a:r>
              <a:rPr lang="en-US" sz="2200" dirty="0"/>
              <a:t> </a:t>
            </a:r>
            <a:r>
              <a:rPr lang="en-US" sz="2200" dirty="0" err="1"/>
              <a:t>complexiteit</a:t>
            </a:r>
            <a:endParaRPr lang="en-US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BE" sz="2200" dirty="0"/>
          </a:p>
        </p:txBody>
      </p:sp>
    </p:spTree>
    <p:extLst>
      <p:ext uri="{BB962C8B-B14F-4D97-AF65-F5344CB8AC3E}">
        <p14:creationId xmlns:p14="http://schemas.microsoft.com/office/powerpoint/2010/main" val="37083129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C4106-E2C1-5689-6B81-AEC815725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Game Loop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219BBF-3B39-EAEB-D159-30D95A436F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NPC’s </a:t>
            </a:r>
            <a:r>
              <a:rPr lang="en-US" sz="2200" dirty="0" err="1"/>
              <a:t>moeten</a:t>
            </a:r>
            <a:r>
              <a:rPr lang="en-US" sz="2200" dirty="0"/>
              <a:t> door border control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 err="1"/>
              <a:t>Jij</a:t>
            </a:r>
            <a:r>
              <a:rPr lang="en-US" sz="2200" dirty="0"/>
              <a:t> </a:t>
            </a:r>
            <a:r>
              <a:rPr lang="en-US" sz="2200" dirty="0" err="1"/>
              <a:t>beslist</a:t>
            </a:r>
            <a:r>
              <a:rPr lang="en-US" sz="2200" dirty="0"/>
              <a:t> op basis van </a:t>
            </a:r>
            <a:r>
              <a:rPr lang="en-US" sz="2200" dirty="0" err="1"/>
              <a:t>voorgaande</a:t>
            </a:r>
            <a:r>
              <a:rPr lang="en-US" sz="2200" dirty="0"/>
              <a:t> </a:t>
            </a:r>
            <a:r>
              <a:rPr lang="en-US" sz="2200" dirty="0" err="1"/>
              <a:t>informatie</a:t>
            </a:r>
            <a:r>
              <a:rPr lang="en-US" sz="2200" dirty="0"/>
              <a:t> of ze </a:t>
            </a:r>
            <a:r>
              <a:rPr lang="en-US" sz="2200" dirty="0" err="1"/>
              <a:t>worden</a:t>
            </a:r>
            <a:r>
              <a:rPr lang="en-US" sz="2200" dirty="0"/>
              <a:t> Denied of </a:t>
            </a:r>
            <a:r>
              <a:rPr lang="en-US" sz="2200" dirty="0" err="1"/>
              <a:t>Accpeted</a:t>
            </a:r>
            <a:r>
              <a:rPr lang="en-US" sz="22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Ben je correct? </a:t>
            </a:r>
            <a:r>
              <a:rPr lang="en-US" sz="2200" dirty="0" err="1"/>
              <a:t>Zowel</a:t>
            </a:r>
            <a:r>
              <a:rPr lang="en-US" sz="2200" dirty="0"/>
              <a:t> correct accepted of denied?</a:t>
            </a:r>
          </a:p>
          <a:p>
            <a:r>
              <a:rPr lang="en-US" sz="2200" dirty="0"/>
              <a:t>	- </a:t>
            </a:r>
            <a:r>
              <a:rPr lang="en-US" sz="2200" dirty="0" err="1"/>
              <a:t>Vul</a:t>
            </a:r>
            <a:r>
              <a:rPr lang="en-US" sz="2200" dirty="0"/>
              <a:t> je </a:t>
            </a:r>
            <a:r>
              <a:rPr lang="en-US" sz="2200" dirty="0" err="1"/>
              <a:t>jou</a:t>
            </a:r>
            <a:r>
              <a:rPr lang="en-US" sz="2200" dirty="0"/>
              <a:t> </a:t>
            </a:r>
            <a:r>
              <a:rPr lang="en-US" sz="2200" dirty="0" err="1"/>
              <a:t>misleidende</a:t>
            </a:r>
            <a:r>
              <a:rPr lang="en-US" sz="2200" dirty="0"/>
              <a:t> </a:t>
            </a:r>
            <a:r>
              <a:rPr lang="en-US" sz="2200" dirty="0" err="1"/>
              <a:t>collega’s</a:t>
            </a:r>
            <a:r>
              <a:rPr lang="en-US" sz="2200" dirty="0"/>
              <a:t> progress bar.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Ben je </a:t>
            </a:r>
            <a:r>
              <a:rPr lang="en-US" sz="2200" dirty="0" err="1"/>
              <a:t>fout</a:t>
            </a:r>
            <a:r>
              <a:rPr lang="en-US" sz="2200" dirty="0"/>
              <a:t>? </a:t>
            </a:r>
          </a:p>
          <a:p>
            <a:r>
              <a:rPr lang="en-US" sz="2200" dirty="0"/>
              <a:t>	- Dan </a:t>
            </a:r>
            <a:r>
              <a:rPr lang="en-US" sz="2200" dirty="0" err="1"/>
              <a:t>vult</a:t>
            </a:r>
            <a:r>
              <a:rPr lang="en-US" sz="2200" dirty="0"/>
              <a:t> </a:t>
            </a:r>
            <a:r>
              <a:rPr lang="en-US" sz="2200" dirty="0" err="1"/>
              <a:t>jou</a:t>
            </a:r>
            <a:r>
              <a:rPr lang="en-US" sz="2200" dirty="0"/>
              <a:t> progress bar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Progress bar </a:t>
            </a:r>
            <a:r>
              <a:rPr lang="en-US" sz="2200" dirty="0" err="1"/>
              <a:t>gevuld</a:t>
            </a:r>
            <a:r>
              <a:rPr lang="en-US" sz="2200" dirty="0"/>
              <a:t>:</a:t>
            </a:r>
          </a:p>
          <a:p>
            <a:r>
              <a:rPr lang="en-US" sz="2200" dirty="0"/>
              <a:t>	- </a:t>
            </a:r>
            <a:r>
              <a:rPr lang="en-US" sz="2200" dirty="0" err="1"/>
              <a:t>Collega</a:t>
            </a:r>
            <a:r>
              <a:rPr lang="en-US" sz="2200" dirty="0"/>
              <a:t>: </a:t>
            </a:r>
            <a:r>
              <a:rPr lang="en-US" sz="2200" dirty="0" err="1"/>
              <a:t>Wordt</a:t>
            </a:r>
            <a:r>
              <a:rPr lang="en-US" sz="2200" dirty="0"/>
              <a:t> </a:t>
            </a:r>
            <a:r>
              <a:rPr lang="en-US" sz="2200" dirty="0" err="1"/>
              <a:t>hij</a:t>
            </a:r>
            <a:r>
              <a:rPr lang="en-US" sz="2200" dirty="0"/>
              <a:t> </a:t>
            </a:r>
            <a:r>
              <a:rPr lang="en-US" sz="2200" dirty="0" err="1"/>
              <a:t>terecht</a:t>
            </a:r>
            <a:r>
              <a:rPr lang="en-US" sz="2200" dirty="0"/>
              <a:t> </a:t>
            </a:r>
            <a:r>
              <a:rPr lang="en-US" sz="2200" dirty="0" err="1"/>
              <a:t>ontslagen</a:t>
            </a:r>
            <a:r>
              <a:rPr lang="en-US" sz="2200" dirty="0"/>
              <a:t> </a:t>
            </a:r>
            <a:r>
              <a:rPr lang="en-US" sz="2200" dirty="0" err="1"/>
              <a:t>voor</a:t>
            </a:r>
            <a:r>
              <a:rPr lang="en-US" sz="2200" dirty="0"/>
              <a:t> </a:t>
            </a:r>
            <a:r>
              <a:rPr lang="en-US" sz="2200" dirty="0" err="1"/>
              <a:t>mensen</a:t>
            </a:r>
            <a:r>
              <a:rPr lang="en-US" sz="2200" dirty="0"/>
              <a:t> </a:t>
            </a:r>
            <a:r>
              <a:rPr lang="en-US" sz="2200" dirty="0" err="1"/>
              <a:t>fout</a:t>
            </a:r>
            <a:r>
              <a:rPr lang="en-US" sz="2200" dirty="0"/>
              <a:t> </a:t>
            </a:r>
            <a:r>
              <a:rPr lang="en-US" sz="2200" dirty="0" err="1"/>
              <a:t>te</a:t>
            </a:r>
            <a:r>
              <a:rPr lang="en-US" sz="2200" dirty="0"/>
              <a:t> </a:t>
            </a:r>
            <a:r>
              <a:rPr lang="en-US" sz="2200" dirty="0" err="1"/>
              <a:t>accepteren</a:t>
            </a:r>
            <a:r>
              <a:rPr lang="en-US" sz="2200" dirty="0"/>
              <a:t>.</a:t>
            </a:r>
          </a:p>
          <a:p>
            <a:r>
              <a:rPr lang="en-US" sz="2200" dirty="0"/>
              <a:t>	- </a:t>
            </a:r>
            <a:r>
              <a:rPr lang="en-US" sz="2200" dirty="0" err="1"/>
              <a:t>Jij</a:t>
            </a:r>
            <a:r>
              <a:rPr lang="en-US" sz="2200" dirty="0"/>
              <a:t>: </a:t>
            </a:r>
            <a:r>
              <a:rPr lang="en-US" sz="2200" dirty="0" err="1"/>
              <a:t>Wordt</a:t>
            </a:r>
            <a:r>
              <a:rPr lang="en-US" sz="2200" dirty="0"/>
              <a:t> je </a:t>
            </a:r>
            <a:r>
              <a:rPr lang="en-US" sz="2200" dirty="0" err="1"/>
              <a:t>ontrecht</a:t>
            </a:r>
            <a:r>
              <a:rPr lang="en-US" sz="2200" dirty="0"/>
              <a:t> </a:t>
            </a:r>
            <a:r>
              <a:rPr lang="en-US" sz="2200" dirty="0" err="1"/>
              <a:t>ontslagen</a:t>
            </a:r>
            <a:r>
              <a:rPr lang="en-US" sz="2200" dirty="0"/>
              <a:t> door je </a:t>
            </a:r>
            <a:r>
              <a:rPr lang="en-US" sz="2200" dirty="0" err="1"/>
              <a:t>collega’s</a:t>
            </a:r>
            <a:r>
              <a:rPr lang="en-US" sz="2200" dirty="0"/>
              <a:t> </a:t>
            </a:r>
            <a:r>
              <a:rPr lang="en-US" sz="2200" dirty="0" err="1"/>
              <a:t>fouten</a:t>
            </a:r>
            <a:r>
              <a:rPr lang="en-US" sz="2200" dirty="0"/>
              <a:t> </a:t>
            </a:r>
            <a:r>
              <a:rPr lang="en-US" sz="2200" dirty="0" err="1"/>
              <a:t>tegen</a:t>
            </a:r>
            <a:r>
              <a:rPr lang="en-US" sz="2200" dirty="0"/>
              <a:t> je.</a:t>
            </a:r>
          </a:p>
        </p:txBody>
      </p:sp>
    </p:spTree>
    <p:extLst>
      <p:ext uri="{BB962C8B-B14F-4D97-AF65-F5344CB8AC3E}">
        <p14:creationId xmlns:p14="http://schemas.microsoft.com/office/powerpoint/2010/main" val="3727518892"/>
      </p:ext>
    </p:extLst>
  </p:cSld>
  <p:clrMapOvr>
    <a:masterClrMapping/>
  </p:clrMapOvr>
</p:sld>
</file>

<file path=ppt/theme/theme1.xml><?xml version="1.0" encoding="utf-8"?>
<a:theme xmlns:a="http://schemas.openxmlformats.org/drawingml/2006/main" name="Blockwork elegance">
  <a:themeElements>
    <a:clrScheme name="Blockwork Elegance- Copilot 1">
      <a:dk1>
        <a:srgbClr val="000000"/>
      </a:dk1>
      <a:lt1>
        <a:srgbClr val="FFFFFF"/>
      </a:lt1>
      <a:dk2>
        <a:srgbClr val="000102"/>
      </a:dk2>
      <a:lt2>
        <a:srgbClr val="F6F2E6"/>
      </a:lt2>
      <a:accent1>
        <a:srgbClr val="28436C"/>
      </a:accent1>
      <a:accent2>
        <a:srgbClr val="F3BC24"/>
      </a:accent2>
      <a:accent3>
        <a:srgbClr val="8E7B63"/>
      </a:accent3>
      <a:accent4>
        <a:srgbClr val="CC563B"/>
      </a:accent4>
      <a:accent5>
        <a:srgbClr val="A3452F"/>
      </a:accent5>
      <a:accent6>
        <a:srgbClr val="BB9D83"/>
      </a:accent6>
      <a:hlink>
        <a:srgbClr val="4E60DA"/>
      </a:hlink>
      <a:folHlink>
        <a:srgbClr val="4E6094"/>
      </a:folHlink>
    </a:clrScheme>
    <a:fontScheme name="Blockwork Elegance">
      <a:majorFont>
        <a:latin typeface="Bahnschrift SemiLight"/>
        <a:ea typeface=""/>
        <a:cs typeface=""/>
      </a:majorFont>
      <a:minorFont>
        <a:latin typeface="Bahnschrift Semi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ockwork elegance_fcaeb239-e0ad-43c4-9739-4084ddd7c62f_wac_v2" id="{21E82CDE-DB0F-446A-AB1C-C548E4C4E61C}" vid="{FC4C4127-EA88-45F9-9442-09B36E6C916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2" ma:contentTypeDescription="Create a new document." ma:contentTypeScope="" ma:versionID="0635a23c60cc3de58ab4c1efc88efc6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b2ec4e1d644ed04c8d3fd0ef60d056a4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  <xsd:element ref="ns2:HasDigitalSignature" minOccurs="0"/>
                <xsd:element ref="ns2:DigitalSignatureProvide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  <xsd:element name="HasDigitalSignature" ma:index="34" nillable="true" ma:displayName="Signed electronically" ma:internalName="HasDigitalSignature" ma:readOnly="true">
      <xsd:simpleType>
        <xsd:restriction base="dms:Boolean"/>
      </xsd:simpleType>
    </xsd:element>
    <xsd:element name="DigitalSignatureProvider" ma:index="35" nillable="true" ma:displayName="Signature provider" ma:internalName="DigitalSignatureProvider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EA42C18-4C38-43BB-8CE3-C963EDA9CBB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0DE0AE46-2EED-447A-8B24-DFD65B70D44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C3B381C-6232-408C-B65A-8475398E4C3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1a19d03a-48bc-4359-8038-5b5f6d5847c3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{000D8C48-3553-463A-8949-8DCE7A79260F}0f45c1b8-b519-4737-8f12-a18148944ef7-TFfcaeb239-e0ad-43c4-9739-4084ddd7c62fe496f549_win32</Template>
  <TotalTime>0</TotalTime>
  <Words>240</Words>
  <Application>Microsoft Office PowerPoint</Application>
  <PresentationFormat>Widescreen</PresentationFormat>
  <Paragraphs>37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Arial</vt:lpstr>
      <vt:lpstr>Bahnschrift SemiLight</vt:lpstr>
      <vt:lpstr>Blockwork elegance</vt:lpstr>
      <vt:lpstr>Team FirstTry  Under review</vt:lpstr>
      <vt:lpstr>Algemeen</vt:lpstr>
      <vt:lpstr>Mechanics</vt:lpstr>
      <vt:lpstr>Level Design</vt:lpstr>
      <vt:lpstr>Speciale Mechanic</vt:lpstr>
      <vt:lpstr>Game Loop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Hajji El Mahdi [student]</dc:creator>
  <cp:lastModifiedBy>Hajji El Mahdi [student]</cp:lastModifiedBy>
  <cp:revision>5</cp:revision>
  <dcterms:created xsi:type="dcterms:W3CDTF">2026-08-25T17:55:15Z</dcterms:created>
  <dcterms:modified xsi:type="dcterms:W3CDTF">2026-08-26T10:10:30Z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